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8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179.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8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35" r:id="rId4"/>
    <p:sldMasterId id="2147483836" r:id="rId5"/>
    <p:sldMasterId id="2147483837" r:id="rId6"/>
    <p:sldMasterId id="2147483838" r:id="rId7"/>
    <p:sldMasterId id="2147483839" r:id="rId8"/>
    <p:sldMasterId id="2147483840" r:id="rId9"/>
    <p:sldMasterId id="2147483841" r:id="rId10"/>
    <p:sldMasterId id="2147483842" r:id="rId11"/>
    <p:sldMasterId id="2147483843"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y="5143500" cx="9144000"/>
  <p:notesSz cx="6858000" cy="9144000"/>
  <p:embeddedFontLst>
    <p:embeddedFont>
      <p:font typeface="Nunito"/>
      <p:regular r:id="rId24"/>
      <p:bold r:id="rId25"/>
      <p:italic r:id="rId26"/>
      <p:boldItalic r:id="rId27"/>
    </p:embeddedFont>
    <p:embeddedFont>
      <p:font typeface="Bebas Neue"/>
      <p:regular r:id="rId28"/>
    </p:embeddedFont>
    <p:embeddedFont>
      <p:font typeface="Oswald"/>
      <p:regular r:id="rId29"/>
      <p:bold r:id="rId30"/>
    </p:embeddedFont>
    <p:embeddedFont>
      <p:font typeface="Barl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7.xml"/><Relationship Id="rId22" Type="http://schemas.openxmlformats.org/officeDocument/2006/relationships/slide" Target="slides/slide9.xml"/><Relationship Id="rId21" Type="http://schemas.openxmlformats.org/officeDocument/2006/relationships/slide" Target="slides/slide8.xml"/><Relationship Id="rId24" Type="http://schemas.openxmlformats.org/officeDocument/2006/relationships/font" Target="fonts/Nunito-regular.fntdata"/><Relationship Id="rId23" Type="http://schemas.openxmlformats.org/officeDocument/2006/relationships/slide" Target="slides/slide10.xml"/><Relationship Id="rId1" Type="http://schemas.openxmlformats.org/officeDocument/2006/relationships/theme" Target="theme/theme10.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BebasNeue-regular.fntdata"/><Relationship Id="rId27" Type="http://schemas.openxmlformats.org/officeDocument/2006/relationships/font" Target="fonts/Nunit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Oswald-regular.fntdata"/><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Barlow-regular.fntdata"/><Relationship Id="rId30" Type="http://schemas.openxmlformats.org/officeDocument/2006/relationships/font" Target="fonts/Oswald-bold.fntdata"/><Relationship Id="rId11" Type="http://schemas.openxmlformats.org/officeDocument/2006/relationships/slideMaster" Target="slideMasters/slideMaster8.xml"/><Relationship Id="rId33" Type="http://schemas.openxmlformats.org/officeDocument/2006/relationships/font" Target="fonts/Barlow-italic.fntdata"/><Relationship Id="rId10" Type="http://schemas.openxmlformats.org/officeDocument/2006/relationships/slideMaster" Target="slideMasters/slideMaster7.xml"/><Relationship Id="rId32" Type="http://schemas.openxmlformats.org/officeDocument/2006/relationships/font" Target="fonts/Barlow-bold.fntdata"/><Relationship Id="rId13" Type="http://schemas.openxmlformats.org/officeDocument/2006/relationships/notesMaster" Target="notesMasters/notesMaster1.xml"/><Relationship Id="rId12" Type="http://schemas.openxmlformats.org/officeDocument/2006/relationships/slideMaster" Target="slideMasters/slideMaster9.xml"/><Relationship Id="rId34" Type="http://schemas.openxmlformats.org/officeDocument/2006/relationships/font" Target="fonts/Barlow-boldItalic.fntdata"/><Relationship Id="rId15" Type="http://schemas.openxmlformats.org/officeDocument/2006/relationships/slide" Target="slides/slide2.xml"/><Relationship Id="rId14" Type="http://schemas.openxmlformats.org/officeDocument/2006/relationships/slide" Target="slides/slide1.xml"/><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bb91b605bc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3bb91b605bc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Good morning everyone. My name is </a:t>
            </a:r>
            <a:r>
              <a:rPr b="1" lang="en-GB">
                <a:solidFill>
                  <a:schemeClr val="dk1"/>
                </a:solidFill>
              </a:rPr>
              <a:t>Lior</a:t>
            </a:r>
            <a:r>
              <a:rPr lang="en-GB">
                <a:solidFill>
                  <a:schemeClr val="dk1"/>
                </a:solidFill>
              </a:rPr>
              <a:t>, and this is my partner </a:t>
            </a:r>
            <a:r>
              <a:rPr b="1" lang="en-GB">
                <a:solidFill>
                  <a:schemeClr val="dk1"/>
                </a:solidFill>
              </a:rPr>
              <a:t>Ron</a:t>
            </a:r>
            <a:r>
              <a:rPr lang="en-GB">
                <a:solidFill>
                  <a:schemeClr val="dk1"/>
                </a:solidFill>
              </a:rPr>
              <a:t>. We are here to present our Capstone Project: </a:t>
            </a:r>
            <a:r>
              <a:rPr b="1" lang="en-GB">
                <a:solidFill>
                  <a:schemeClr val="dk1"/>
                </a:solidFill>
              </a:rPr>
              <a:t>'Climate Modeling Research Project.'</a:t>
            </a:r>
            <a:r>
              <a:rPr lang="en-GB">
                <a:solidFill>
                  <a:schemeClr val="dk1"/>
                </a:solidFill>
              </a:rPr>
              <a:t> We worked on this under the supervision of </a:t>
            </a:r>
            <a:r>
              <a:rPr b="1" lang="en-GB">
                <a:solidFill>
                  <a:schemeClr val="dk1"/>
                </a:solidFill>
              </a:rPr>
              <a:t>Dr. Zakharia Frenkel</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goal in this project was very simple. We wanted to find a new way to predict natural disasters. We took the chaotic world of weather and tried to apply the strict rules of engineering to it. Let me show you why.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bb91b605bc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bb91b605bc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let's look at the problem. If you look at this graph, you can see the number of extreme weather events—like floods and storms—in the last 50 years. You can see clearly: the line is going up. Disasters are happening three times more often than in 1980.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But for us as engineers, the problem is not just that the number is rising. The real problem is </a:t>
            </a:r>
            <a:r>
              <a:rPr b="1" lang="en-GB">
                <a:solidFill>
                  <a:schemeClr val="dk1"/>
                </a:solidFill>
              </a:rPr>
              <a:t>Uncertainty</a:t>
            </a:r>
            <a:r>
              <a:rPr lang="en-GB">
                <a:solidFill>
                  <a:schemeClr val="dk1"/>
                </a:solidFill>
              </a:rPr>
              <a:t>. We don't know </a:t>
            </a:r>
            <a:r>
              <a:rPr i="1" lang="en-GB">
                <a:solidFill>
                  <a:schemeClr val="dk1"/>
                </a:solidFill>
              </a:rPr>
              <a:t>where</a:t>
            </a:r>
            <a:r>
              <a:rPr lang="en-GB">
                <a:solidFill>
                  <a:schemeClr val="dk1"/>
                </a:solidFill>
              </a:rPr>
              <a:t> and </a:t>
            </a:r>
            <a:r>
              <a:rPr i="1" lang="en-GB">
                <a:solidFill>
                  <a:schemeClr val="dk1"/>
                </a:solidFill>
              </a:rPr>
              <a:t>when</a:t>
            </a:r>
            <a:r>
              <a:rPr lang="en-GB">
                <a:solidFill>
                  <a:schemeClr val="dk1"/>
                </a:solidFill>
              </a:rPr>
              <a:t> they will happen.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 know the world is getting hotter. But why does that heat turn into a flood in one place, but a drought in another place? Right now, science treats these events like random accidents. But we believe they are </a:t>
            </a:r>
            <a:r>
              <a:rPr b="1" lang="en-GB">
                <a:solidFill>
                  <a:schemeClr val="dk1"/>
                </a:solidFill>
              </a:rPr>
              <a:t>not random</a:t>
            </a:r>
            <a:r>
              <a:rPr lang="en-GB">
                <a:solidFill>
                  <a:schemeClr val="dk1"/>
                </a:solidFill>
              </a:rPr>
              <a:t>. We believe they are </a:t>
            </a:r>
            <a:r>
              <a:rPr b="1" lang="en-GB">
                <a:solidFill>
                  <a:schemeClr val="dk1"/>
                </a:solidFill>
              </a:rPr>
              <a:t>Critical Overloads</a:t>
            </a:r>
            <a:r>
              <a:rPr lang="en-GB">
                <a:solidFill>
                  <a:schemeClr val="dk1"/>
                </a:solidFill>
              </a:rPr>
              <a:t>. Think of a bridge. Before a bridge collapses, stress builds up in the metal. We believe the Earth works the same way. The energy builds up, and then—snap—it breaks. We just need to find the right way to measure that stress.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bb91b605bc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3bb91b605bc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how do we predict these events today? We looked at the two main methods people use, and we found a big gap.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On one side, we have the Physics Models (NWP).</a:t>
            </a:r>
            <a:r>
              <a:rPr lang="en-GB">
                <a:solidFill>
                  <a:schemeClr val="dk1"/>
                </a:solidFill>
              </a:rPr>
              <a:t> These are the supercomputers. They calculate every single wind movement. They are very accurate for tomorrow's weather. </a:t>
            </a:r>
            <a:r>
              <a:rPr b="1" lang="en-GB">
                <a:solidFill>
                  <a:schemeClr val="dk1"/>
                </a:solidFill>
              </a:rPr>
              <a:t>But the problem is:</a:t>
            </a:r>
            <a:r>
              <a:rPr lang="en-GB">
                <a:solidFill>
                  <a:schemeClr val="dk1"/>
                </a:solidFill>
              </a:rPr>
              <a:t> They are too heavy. They are too slow. They cannot calculate 10 years of data to see the long-term trends.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On the other side, we have AI (Artificial Intelligence).</a:t>
            </a:r>
            <a:r>
              <a:rPr lang="en-GB">
                <a:solidFill>
                  <a:schemeClr val="dk1"/>
                </a:solidFill>
              </a:rPr>
              <a:t> This is the new popular method. It is very fast. </a:t>
            </a:r>
            <a:r>
              <a:rPr b="1" lang="en-GB">
                <a:solidFill>
                  <a:schemeClr val="dk1"/>
                </a:solidFill>
              </a:rPr>
              <a:t>But the problem is:</a:t>
            </a:r>
            <a:r>
              <a:rPr lang="en-GB">
                <a:solidFill>
                  <a:schemeClr val="dk1"/>
                </a:solidFill>
              </a:rPr>
              <a:t> It is a 'Black Box.' The AI gives you an answer, but it cannot explain </a:t>
            </a:r>
            <a:r>
              <a:rPr i="1" lang="en-GB">
                <a:solidFill>
                  <a:schemeClr val="dk1"/>
                </a:solidFill>
              </a:rPr>
              <a:t>why</a:t>
            </a:r>
            <a:r>
              <a:rPr lang="en-GB">
                <a:solidFill>
                  <a:schemeClr val="dk1"/>
                </a:solidFill>
              </a:rPr>
              <a:t>. As engineers, we cannot trust a system if we don't understand the logic behind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Our Solution</a:t>
            </a:r>
            <a:r>
              <a:rPr lang="en-GB">
                <a:solidFill>
                  <a:schemeClr val="dk1"/>
                </a:solidFill>
              </a:rPr>
              <a:t> is in the middle. We wanted a model that is fast—like AI—but also logical—like Physics. We realized we needed a new way to look at the Earth. We needed a new </a:t>
            </a:r>
            <a:r>
              <a:rPr b="1" lang="en-GB">
                <a:solidFill>
                  <a:schemeClr val="dk1"/>
                </a:solidFill>
              </a:rPr>
              <a:t>Analogy</a:t>
            </a:r>
            <a:r>
              <a:rPr lang="en-GB">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b91b605bc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bb91b605bc_0_1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is the core idea of our project: </a:t>
            </a:r>
            <a:r>
              <a:rPr b="1" lang="en-GB">
                <a:solidFill>
                  <a:schemeClr val="dk1"/>
                </a:solidFill>
              </a:rPr>
              <a:t>The Earth acts like a Capacitor.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those who don't know, a capacitor is a simple electrical component. It stores energy between two plates until it gets too full, and then it releases a spark.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 believe the atmosphere does exactly the same thing.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 matched the climate to the circuit like this: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1. First, The Charge (Q):</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our model, </a:t>
            </a:r>
            <a:r>
              <a:rPr b="1" lang="en-GB">
                <a:solidFill>
                  <a:schemeClr val="dk1"/>
                </a:solidFill>
              </a:rPr>
              <a:t>Heat is Charge.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a place gets hotter than its historical average, we say it is 'charging up.' It is storing potential energy in the air.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2. Second, The Dielectric (epsilon):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the most critical part. We look at the </a:t>
            </a:r>
            <a:r>
              <a:rPr b="1" lang="en-GB">
                <a:solidFill>
                  <a:schemeClr val="dk1"/>
                </a:solidFill>
              </a:rPr>
              <a:t>Topography</a:t>
            </a:r>
            <a:r>
              <a:rPr lang="en-GB">
                <a:solidFill>
                  <a:schemeClr val="dk1"/>
                </a:solidFill>
              </a:rPr>
              <a:t>—the mountains and the valleys.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Think of </a:t>
            </a:r>
            <a:r>
              <a:rPr b="1" lang="en-GB">
                <a:solidFill>
                  <a:schemeClr val="dk1"/>
                </a:solidFill>
              </a:rPr>
              <a:t>Epsilon </a:t>
            </a:r>
            <a:r>
              <a:rPr lang="en-GB">
                <a:solidFill>
                  <a:schemeClr val="dk1"/>
                </a:solidFill>
              </a:rPr>
              <a:t>as the </a:t>
            </a:r>
            <a:r>
              <a:rPr b="1" lang="en-GB">
                <a:solidFill>
                  <a:schemeClr val="dk1"/>
                </a:solidFill>
              </a:rPr>
              <a:t>'Capacity' to handle energy.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Imagine a flat ocean.</a:t>
            </a:r>
            <a:r>
              <a:rPr lang="en-GB">
                <a:solidFill>
                  <a:schemeClr val="dk1"/>
                </a:solidFill>
              </a:rPr>
              <a:t> The wind moves easily. The energy flows away.</a:t>
            </a:r>
            <a:br>
              <a:rPr lang="en-GB">
                <a:solidFill>
                  <a:schemeClr val="dk1"/>
                </a:solidFill>
              </a:rPr>
            </a:br>
            <a:r>
              <a:rPr lang="en-GB">
                <a:solidFill>
                  <a:schemeClr val="dk1"/>
                </a:solidFill>
              </a:rPr>
              <a:t>This has </a:t>
            </a:r>
            <a:r>
              <a:rPr b="1" lang="en-GB">
                <a:solidFill>
                  <a:schemeClr val="dk1"/>
                </a:solidFill>
              </a:rPr>
              <a:t>High Capacity</a:t>
            </a:r>
            <a:r>
              <a:rPr lang="en-GB">
                <a:solidFill>
                  <a:schemeClr val="dk1"/>
                </a:solidFill>
              </a:rPr>
              <a:t>. It is safe.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Now imagine a complex mountain range.</a:t>
            </a:r>
            <a:r>
              <a:rPr lang="en-GB">
                <a:solidFill>
                  <a:schemeClr val="dk1"/>
                </a:solidFill>
              </a:rPr>
              <a:t> It acts like a wall. It blocks the wind. It traps the heat in small pockets.</a:t>
            </a:r>
            <a:br>
              <a:rPr lang="en-GB">
                <a:solidFill>
                  <a:schemeClr val="dk1"/>
                </a:solidFill>
              </a:rPr>
            </a:br>
            <a:r>
              <a:rPr lang="en-GB">
                <a:solidFill>
                  <a:schemeClr val="dk1"/>
                </a:solidFill>
              </a:rPr>
              <a:t>This has </a:t>
            </a:r>
            <a:r>
              <a:rPr b="1" lang="en-GB">
                <a:solidFill>
                  <a:schemeClr val="dk1"/>
                </a:solidFill>
              </a:rPr>
              <a:t>Low Capacity</a:t>
            </a:r>
            <a:r>
              <a:rPr lang="en-GB">
                <a:solidFill>
                  <a:schemeClr val="dk1"/>
                </a:solidFill>
              </a:rPr>
              <a:t>. It cannot handle the energy.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3. Third, The Breakdown (E):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 use the formula you see on the screen:</a:t>
            </a:r>
            <a:r>
              <a:rPr lang="en-GB">
                <a:solidFill>
                  <a:schemeClr val="dk1"/>
                </a:solidFill>
              </a:rPr>
              <a:t> </a:t>
            </a:r>
            <a:r>
              <a:rPr b="1" lang="en-GB">
                <a:solidFill>
                  <a:schemeClr val="dk1"/>
                </a:solidFill>
              </a:rPr>
              <a:t>E = Q / epsilon</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calculates the </a:t>
            </a:r>
            <a:r>
              <a:rPr b="1" lang="en-GB">
                <a:solidFill>
                  <a:schemeClr val="dk1"/>
                </a:solidFill>
              </a:rPr>
              <a:t>Atmospheric Stress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logic is simple: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have high Heat (Q)... trying to fit into a Mountain range with Low Capacity (epsilon).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Because the terrain cannot handle that much energy, the </a:t>
            </a:r>
            <a:r>
              <a:rPr b="1" lang="en-GB">
                <a:solidFill>
                  <a:schemeClr val="dk1"/>
                </a:solidFill>
              </a:rPr>
              <a:t>Stress (E) skyrockets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And when that Stress breaks the limit... we get a </a:t>
            </a:r>
            <a:r>
              <a:rPr b="1" lang="en-GB">
                <a:solidFill>
                  <a:schemeClr val="dk1"/>
                </a:solidFill>
              </a:rPr>
              <a:t>Disaster</a:t>
            </a:r>
            <a:r>
              <a:rPr lang="en-GB">
                <a:solidFill>
                  <a:schemeClr val="dk1"/>
                </a:solidFill>
              </a:rPr>
              <a:t>.</a:t>
            </a:r>
            <a:endParaRPr>
              <a:solidFill>
                <a:schemeClr val="dk1"/>
              </a:solidFill>
            </a:endParaRPr>
          </a:p>
          <a:p>
            <a:pPr indent="0" lvl="0" marL="45720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bdd549df36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bdd549df36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this is a nice theory. But we have to prove it works. We set three clear goals for this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Goal 1: Quantification</a:t>
            </a:r>
            <a:r>
              <a:rPr lang="en-GB">
                <a:solidFill>
                  <a:schemeClr val="dk1"/>
                </a:solidFill>
              </a:rPr>
              <a:t> First, we needed to quantify the 'Hidden Energy.' Our goal was to build a global map that shows exactly </a:t>
            </a:r>
            <a:r>
              <a:rPr b="1" lang="en-GB">
                <a:solidFill>
                  <a:schemeClr val="dk1"/>
                </a:solidFill>
              </a:rPr>
              <a:t>where</a:t>
            </a:r>
            <a:r>
              <a:rPr lang="en-GB">
                <a:solidFill>
                  <a:schemeClr val="dk1"/>
                </a:solidFill>
              </a:rPr>
              <a:t> energy has been accumulating over the last decade.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Goal 2: Identification</a:t>
            </a:r>
            <a:r>
              <a:rPr lang="en-GB">
                <a:solidFill>
                  <a:schemeClr val="dk1"/>
                </a:solidFill>
              </a:rPr>
              <a:t> Second, we needed to find the 'Breaking Points.' Our goal was to identify the specific zones where that energy is structurally trapped by the terrain—creating what we call </a:t>
            </a:r>
            <a:r>
              <a:rPr b="1" lang="en-GB">
                <a:solidFill>
                  <a:schemeClr val="dk1"/>
                </a:solidFill>
              </a:rPr>
              <a:t>'High Stress'</a:t>
            </a:r>
            <a:r>
              <a:rPr lang="en-GB">
                <a:solidFill>
                  <a:schemeClr val="dk1"/>
                </a:solidFill>
              </a:rPr>
              <a:t> areas.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Goal 3: Validation</a:t>
            </a:r>
            <a:r>
              <a:rPr lang="en-GB">
                <a:solidFill>
                  <a:schemeClr val="dk1"/>
                </a:solidFill>
              </a:rPr>
              <a:t> And finally, the proof. Our last goal was to statistically validate these 'High Stress' zones against real history. We need to prove that our theoretical map actually matches the real-world disasters that occurred.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Now, to explain the technical implementation and the data sources we used to build this system, I will pass it over to Ron.</a:t>
            </a:r>
            <a:endParaRPr b="1">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bdd06074e2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bdd06074e2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bdd549df36_3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bdd549df36_3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be0d11d6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3be0d11d6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bdd06074e2_0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3bdd06074e2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bdd06074e2_0_1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3bdd06074e2_0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jp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jp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jp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jp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jp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2.jp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1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0" name="Google Shape;130;p14"/>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1" name="Shape 131"/>
        <p:cNvGrpSpPr/>
        <p:nvPr/>
      </p:nvGrpSpPr>
      <p:grpSpPr>
        <a:xfrm>
          <a:off x="0" y="0"/>
          <a:ext cx="0" cy="0"/>
          <a:chOff x="0" y="0"/>
          <a:chExt cx="0" cy="0"/>
        </a:xfrm>
      </p:grpSpPr>
      <p:sp>
        <p:nvSpPr>
          <p:cNvPr id="132" name="Google Shape;132;p1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4" name="Google Shape;134;p15"/>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1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138" name="Google Shape;138;p1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9" name="Shape 139"/>
        <p:cNvGrpSpPr/>
        <p:nvPr/>
      </p:nvGrpSpPr>
      <p:grpSpPr>
        <a:xfrm>
          <a:off x="0" y="0"/>
          <a:ext cx="0" cy="0"/>
          <a:chOff x="0" y="0"/>
          <a:chExt cx="0" cy="0"/>
        </a:xfrm>
      </p:grpSpPr>
      <p:sp>
        <p:nvSpPr>
          <p:cNvPr id="140" name="Google Shape;140;p1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2" name="Google Shape;142;p17"/>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43" name="Google Shape;143;p17"/>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4" name="Google Shape;144;p17"/>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5" name="Google Shape;145;p1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1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9" name="Shape 149"/>
        <p:cNvGrpSpPr/>
        <p:nvPr/>
      </p:nvGrpSpPr>
      <p:grpSpPr>
        <a:xfrm>
          <a:off x="0" y="0"/>
          <a:ext cx="0" cy="0"/>
          <a:chOff x="0" y="0"/>
          <a:chExt cx="0" cy="0"/>
        </a:xfrm>
      </p:grpSpPr>
      <p:sp>
        <p:nvSpPr>
          <p:cNvPr id="150" name="Google Shape;150;p1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152" name="Google Shape;152;p19"/>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153" name="Google Shape;153;p19"/>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4" name="Shape 154"/>
        <p:cNvGrpSpPr/>
        <p:nvPr/>
      </p:nvGrpSpPr>
      <p:grpSpPr>
        <a:xfrm>
          <a:off x="0" y="0"/>
          <a:ext cx="0" cy="0"/>
          <a:chOff x="0" y="0"/>
          <a:chExt cx="0" cy="0"/>
        </a:xfrm>
      </p:grpSpPr>
      <p:sp>
        <p:nvSpPr>
          <p:cNvPr id="155" name="Google Shape;155;p2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2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1"/>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60" name="Google Shape;160;p21"/>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sp>
        <p:nvSpPr>
          <p:cNvPr id="162" name="Google Shape;162;p22"/>
          <p:cNvSpPr/>
          <p:nvPr>
            <p:ph idx="2" type="pic"/>
          </p:nvPr>
        </p:nvSpPr>
        <p:spPr>
          <a:xfrm>
            <a:off x="-13275" y="-26550"/>
            <a:ext cx="9211800" cy="5229900"/>
          </a:xfrm>
          <a:prstGeom prst="rect">
            <a:avLst/>
          </a:prstGeom>
          <a:noFill/>
          <a:ln>
            <a:noFill/>
          </a:ln>
        </p:spPr>
      </p:sp>
      <p:sp>
        <p:nvSpPr>
          <p:cNvPr id="163" name="Google Shape;163;p22"/>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4" name="Shape 164"/>
        <p:cNvGrpSpPr/>
        <p:nvPr/>
      </p:nvGrpSpPr>
      <p:grpSpPr>
        <a:xfrm>
          <a:off x="0" y="0"/>
          <a:ext cx="0" cy="0"/>
          <a:chOff x="0" y="0"/>
          <a:chExt cx="0" cy="0"/>
        </a:xfrm>
      </p:grpSpPr>
      <p:sp>
        <p:nvSpPr>
          <p:cNvPr id="165" name="Google Shape;165;p2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7" name="Google Shape;167;p23"/>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168" name="Shape 16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9" name="Shape 169"/>
        <p:cNvGrpSpPr/>
        <p:nvPr/>
      </p:nvGrpSpPr>
      <p:grpSpPr>
        <a:xfrm>
          <a:off x="0" y="0"/>
          <a:ext cx="0" cy="0"/>
          <a:chOff x="0" y="0"/>
          <a:chExt cx="0" cy="0"/>
        </a:xfrm>
      </p:grpSpPr>
      <p:sp>
        <p:nvSpPr>
          <p:cNvPr id="170" name="Google Shape;170;p2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2" name="Google Shape;172;p25"/>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3" name="Google Shape;173;p25"/>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4" name="Google Shape;174;p25"/>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5" name="Google Shape;175;p25"/>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6" name="Google Shape;176;p25"/>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77" name="Google Shape;177;p25"/>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8" name="Google Shape;178;p25"/>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9" name="Google Shape;179;p25"/>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0" name="Google Shape;180;p25"/>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1" name="Google Shape;181;p25"/>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2" name="Google Shape;182;p25"/>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3" name="Google Shape;183;p25"/>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184" name="Shape 184"/>
        <p:cNvGrpSpPr/>
        <p:nvPr/>
      </p:nvGrpSpPr>
      <p:grpSpPr>
        <a:xfrm>
          <a:off x="0" y="0"/>
          <a:ext cx="0" cy="0"/>
          <a:chOff x="0" y="0"/>
          <a:chExt cx="0" cy="0"/>
        </a:xfrm>
      </p:grpSpPr>
      <p:sp>
        <p:nvSpPr>
          <p:cNvPr id="185" name="Google Shape;185;p2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6"/>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7" name="Google Shape;187;p26"/>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8" name="Google Shape;188;p26"/>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89" name="Shape 189"/>
        <p:cNvGrpSpPr/>
        <p:nvPr/>
      </p:nvGrpSpPr>
      <p:grpSpPr>
        <a:xfrm>
          <a:off x="0" y="0"/>
          <a:ext cx="0" cy="0"/>
          <a:chOff x="0" y="0"/>
          <a:chExt cx="0" cy="0"/>
        </a:xfrm>
      </p:grpSpPr>
      <p:sp>
        <p:nvSpPr>
          <p:cNvPr id="190" name="Google Shape;190;p2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2" name="Google Shape;192;p27"/>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93" name="Google Shape;193;p27"/>
          <p:cNvSpPr/>
          <p:nvPr>
            <p:ph idx="2" type="pic"/>
          </p:nvPr>
        </p:nvSpPr>
        <p:spPr>
          <a:xfrm>
            <a:off x="838200" y="659250"/>
            <a:ext cx="1982400" cy="3825000"/>
          </a:xfrm>
          <a:prstGeom prst="roundRect">
            <a:avLst>
              <a:gd fmla="val 16667" name="adj"/>
            </a:avLst>
          </a:prstGeom>
          <a:noFill/>
          <a:ln>
            <a:noFill/>
          </a:ln>
        </p:spPr>
      </p:sp>
      <p:sp>
        <p:nvSpPr>
          <p:cNvPr id="194" name="Google Shape;194;p27"/>
          <p:cNvSpPr/>
          <p:nvPr>
            <p:ph idx="3" type="pic"/>
          </p:nvPr>
        </p:nvSpPr>
        <p:spPr>
          <a:xfrm>
            <a:off x="2949268" y="662103"/>
            <a:ext cx="1942800" cy="1843800"/>
          </a:xfrm>
          <a:prstGeom prst="roundRect">
            <a:avLst>
              <a:gd fmla="val 16667" name="adj"/>
            </a:avLst>
          </a:prstGeom>
          <a:noFill/>
          <a:ln>
            <a:noFill/>
          </a:ln>
        </p:spPr>
      </p:sp>
      <p:sp>
        <p:nvSpPr>
          <p:cNvPr id="195" name="Google Shape;195;p27"/>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196" name="Shape 196"/>
        <p:cNvGrpSpPr/>
        <p:nvPr/>
      </p:nvGrpSpPr>
      <p:grpSpPr>
        <a:xfrm>
          <a:off x="0" y="0"/>
          <a:ext cx="0" cy="0"/>
          <a:chOff x="0" y="0"/>
          <a:chExt cx="0" cy="0"/>
        </a:xfrm>
      </p:grpSpPr>
      <p:sp>
        <p:nvSpPr>
          <p:cNvPr id="197" name="Google Shape;197;p2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8"/>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9" name="Google Shape;199;p28"/>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00" name="Shape 200"/>
        <p:cNvGrpSpPr/>
        <p:nvPr/>
      </p:nvGrpSpPr>
      <p:grpSpPr>
        <a:xfrm>
          <a:off x="0" y="0"/>
          <a:ext cx="0" cy="0"/>
          <a:chOff x="0" y="0"/>
          <a:chExt cx="0" cy="0"/>
        </a:xfrm>
      </p:grpSpPr>
      <p:sp>
        <p:nvSpPr>
          <p:cNvPr id="201" name="Google Shape;201;p2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9"/>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3" name="Shape 203"/>
        <p:cNvGrpSpPr/>
        <p:nvPr/>
      </p:nvGrpSpPr>
      <p:grpSpPr>
        <a:xfrm>
          <a:off x="0" y="0"/>
          <a:ext cx="0" cy="0"/>
          <a:chOff x="0" y="0"/>
          <a:chExt cx="0" cy="0"/>
        </a:xfrm>
      </p:grpSpPr>
      <p:sp>
        <p:nvSpPr>
          <p:cNvPr id="204" name="Google Shape;204;p3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0"/>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06" name="Google Shape;206;p30"/>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07" name="Google Shape;207;p30"/>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08" name="Google Shape;208;p30"/>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9" name="Google Shape;209;p30"/>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0" name="Google Shape;210;p30"/>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1" name="Google Shape;211;p3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2" name="Shape 212"/>
        <p:cNvGrpSpPr/>
        <p:nvPr/>
      </p:nvGrpSpPr>
      <p:grpSpPr>
        <a:xfrm>
          <a:off x="0" y="0"/>
          <a:ext cx="0" cy="0"/>
          <a:chOff x="0" y="0"/>
          <a:chExt cx="0" cy="0"/>
        </a:xfrm>
      </p:grpSpPr>
      <p:sp>
        <p:nvSpPr>
          <p:cNvPr id="213" name="Google Shape;213;p3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1"/>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5" name="Google Shape;215;p31"/>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6" name="Google Shape;216;p31"/>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7" name="Google Shape;217;p31"/>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8" name="Google Shape;218;p31"/>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9" name="Google Shape;219;p31"/>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0" name="Google Shape;220;p31"/>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1" name="Google Shape;221;p31"/>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2" name="Google Shape;222;p3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3" name="Shape 223"/>
        <p:cNvGrpSpPr/>
        <p:nvPr/>
      </p:nvGrpSpPr>
      <p:grpSpPr>
        <a:xfrm>
          <a:off x="0" y="0"/>
          <a:ext cx="0" cy="0"/>
          <a:chOff x="0" y="0"/>
          <a:chExt cx="0" cy="0"/>
        </a:xfrm>
      </p:grpSpPr>
      <p:sp>
        <p:nvSpPr>
          <p:cNvPr id="224" name="Google Shape;224;p3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2"/>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26" name="Google Shape;226;p32"/>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27" name="Google Shape;227;p32"/>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28" name="Google Shape;228;p32"/>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29" name="Google Shape;229;p32"/>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30" name="Google Shape;230;p32"/>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31" name="Google Shape;231;p32"/>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32"/>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32"/>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4" name="Google Shape;234;p32"/>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32"/>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6" name="Google Shape;236;p32"/>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7" name="Google Shape;237;p3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8" name="Shape 238"/>
        <p:cNvGrpSpPr/>
        <p:nvPr/>
      </p:nvGrpSpPr>
      <p:grpSpPr>
        <a:xfrm>
          <a:off x="0" y="0"/>
          <a:ext cx="0" cy="0"/>
          <a:chOff x="0" y="0"/>
          <a:chExt cx="0" cy="0"/>
        </a:xfrm>
      </p:grpSpPr>
      <p:sp>
        <p:nvSpPr>
          <p:cNvPr id="239" name="Google Shape;239;p3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3"/>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1" name="Google Shape;241;p33"/>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42" name="Google Shape;242;p33"/>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43" name="Shape 243"/>
        <p:cNvGrpSpPr/>
        <p:nvPr/>
      </p:nvGrpSpPr>
      <p:grpSpPr>
        <a:xfrm>
          <a:off x="0" y="0"/>
          <a:ext cx="0" cy="0"/>
          <a:chOff x="0" y="0"/>
          <a:chExt cx="0" cy="0"/>
        </a:xfrm>
      </p:grpSpPr>
      <p:pic>
        <p:nvPicPr>
          <p:cNvPr id="244" name="Google Shape;244;p3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5" name="Google Shape;245;p3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46" name="Shape 246"/>
        <p:cNvGrpSpPr/>
        <p:nvPr/>
      </p:nvGrpSpPr>
      <p:grpSpPr>
        <a:xfrm>
          <a:off x="0" y="0"/>
          <a:ext cx="0" cy="0"/>
          <a:chOff x="0" y="0"/>
          <a:chExt cx="0" cy="0"/>
        </a:xfrm>
      </p:grpSpPr>
      <p:pic>
        <p:nvPicPr>
          <p:cNvPr id="247" name="Google Shape;247;p3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8" name="Google Shape;248;p3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2" name="Shape 252"/>
        <p:cNvGrpSpPr/>
        <p:nvPr/>
      </p:nvGrpSpPr>
      <p:grpSpPr>
        <a:xfrm>
          <a:off x="0" y="0"/>
          <a:ext cx="0" cy="0"/>
          <a:chOff x="0" y="0"/>
          <a:chExt cx="0" cy="0"/>
        </a:xfrm>
      </p:grpSpPr>
      <p:sp>
        <p:nvSpPr>
          <p:cNvPr id="253" name="Google Shape;253;p3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7"/>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55" name="Google Shape;255;p37"/>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6" name="Shape 256"/>
        <p:cNvGrpSpPr/>
        <p:nvPr/>
      </p:nvGrpSpPr>
      <p:grpSpPr>
        <a:xfrm>
          <a:off x="0" y="0"/>
          <a:ext cx="0" cy="0"/>
          <a:chOff x="0" y="0"/>
          <a:chExt cx="0" cy="0"/>
        </a:xfrm>
      </p:grpSpPr>
      <p:sp>
        <p:nvSpPr>
          <p:cNvPr id="257" name="Google Shape;257;p3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8"/>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9" name="Google Shape;259;p38"/>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0" name="Shape 260"/>
        <p:cNvGrpSpPr/>
        <p:nvPr/>
      </p:nvGrpSpPr>
      <p:grpSpPr>
        <a:xfrm>
          <a:off x="0" y="0"/>
          <a:ext cx="0" cy="0"/>
          <a:chOff x="0" y="0"/>
          <a:chExt cx="0" cy="0"/>
        </a:xfrm>
      </p:grpSpPr>
      <p:sp>
        <p:nvSpPr>
          <p:cNvPr id="261" name="Google Shape;261;p3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9"/>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263" name="Google Shape;263;p3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4" name="Shape 264"/>
        <p:cNvGrpSpPr/>
        <p:nvPr/>
      </p:nvGrpSpPr>
      <p:grpSpPr>
        <a:xfrm>
          <a:off x="0" y="0"/>
          <a:ext cx="0" cy="0"/>
          <a:chOff x="0" y="0"/>
          <a:chExt cx="0" cy="0"/>
        </a:xfrm>
      </p:grpSpPr>
      <p:sp>
        <p:nvSpPr>
          <p:cNvPr id="265" name="Google Shape;265;p4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0"/>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67" name="Google Shape;267;p40"/>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68" name="Google Shape;268;p40"/>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9" name="Google Shape;269;p40"/>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0" name="Google Shape;270;p4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1" name="Shape 271"/>
        <p:cNvGrpSpPr/>
        <p:nvPr/>
      </p:nvGrpSpPr>
      <p:grpSpPr>
        <a:xfrm>
          <a:off x="0" y="0"/>
          <a:ext cx="0" cy="0"/>
          <a:chOff x="0" y="0"/>
          <a:chExt cx="0" cy="0"/>
        </a:xfrm>
      </p:grpSpPr>
      <p:sp>
        <p:nvSpPr>
          <p:cNvPr id="272" name="Google Shape;272;p4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4" name="Shape 274"/>
        <p:cNvGrpSpPr/>
        <p:nvPr/>
      </p:nvGrpSpPr>
      <p:grpSpPr>
        <a:xfrm>
          <a:off x="0" y="0"/>
          <a:ext cx="0" cy="0"/>
          <a:chOff x="0" y="0"/>
          <a:chExt cx="0" cy="0"/>
        </a:xfrm>
      </p:grpSpPr>
      <p:sp>
        <p:nvSpPr>
          <p:cNvPr id="275" name="Google Shape;275;p4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2"/>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277" name="Google Shape;277;p42"/>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278" name="Google Shape;278;p42"/>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9" name="Shape 279"/>
        <p:cNvGrpSpPr/>
        <p:nvPr/>
      </p:nvGrpSpPr>
      <p:grpSpPr>
        <a:xfrm>
          <a:off x="0" y="0"/>
          <a:ext cx="0" cy="0"/>
          <a:chOff x="0" y="0"/>
          <a:chExt cx="0" cy="0"/>
        </a:xfrm>
      </p:grpSpPr>
      <p:sp>
        <p:nvSpPr>
          <p:cNvPr id="280" name="Google Shape;280;p4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3"/>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2" name="Shape 282"/>
        <p:cNvGrpSpPr/>
        <p:nvPr/>
      </p:nvGrpSpPr>
      <p:grpSpPr>
        <a:xfrm>
          <a:off x="0" y="0"/>
          <a:ext cx="0" cy="0"/>
          <a:chOff x="0" y="0"/>
          <a:chExt cx="0" cy="0"/>
        </a:xfrm>
      </p:grpSpPr>
      <p:sp>
        <p:nvSpPr>
          <p:cNvPr id="283" name="Google Shape;283;p4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4"/>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85" name="Google Shape;285;p44"/>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6" name="Shape 286"/>
        <p:cNvGrpSpPr/>
        <p:nvPr/>
      </p:nvGrpSpPr>
      <p:grpSpPr>
        <a:xfrm>
          <a:off x="0" y="0"/>
          <a:ext cx="0" cy="0"/>
          <a:chOff x="0" y="0"/>
          <a:chExt cx="0" cy="0"/>
        </a:xfrm>
      </p:grpSpPr>
      <p:sp>
        <p:nvSpPr>
          <p:cNvPr id="287" name="Google Shape;287;p45"/>
          <p:cNvSpPr/>
          <p:nvPr>
            <p:ph idx="2" type="pic"/>
          </p:nvPr>
        </p:nvSpPr>
        <p:spPr>
          <a:xfrm>
            <a:off x="-13275" y="-26550"/>
            <a:ext cx="9211800" cy="5229900"/>
          </a:xfrm>
          <a:prstGeom prst="rect">
            <a:avLst/>
          </a:prstGeom>
          <a:noFill/>
          <a:ln>
            <a:noFill/>
          </a:ln>
        </p:spPr>
      </p:sp>
      <p:sp>
        <p:nvSpPr>
          <p:cNvPr id="288" name="Google Shape;288;p45"/>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9" name="Shape 289"/>
        <p:cNvGrpSpPr/>
        <p:nvPr/>
      </p:nvGrpSpPr>
      <p:grpSpPr>
        <a:xfrm>
          <a:off x="0" y="0"/>
          <a:ext cx="0" cy="0"/>
          <a:chOff x="0" y="0"/>
          <a:chExt cx="0" cy="0"/>
        </a:xfrm>
      </p:grpSpPr>
      <p:sp>
        <p:nvSpPr>
          <p:cNvPr id="290" name="Google Shape;290;p4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6"/>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92" name="Google Shape;292;p46"/>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293" name="Shape 293"/>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94" name="Shape 294"/>
        <p:cNvGrpSpPr/>
        <p:nvPr/>
      </p:nvGrpSpPr>
      <p:grpSpPr>
        <a:xfrm>
          <a:off x="0" y="0"/>
          <a:ext cx="0" cy="0"/>
          <a:chOff x="0" y="0"/>
          <a:chExt cx="0" cy="0"/>
        </a:xfrm>
      </p:grpSpPr>
      <p:sp>
        <p:nvSpPr>
          <p:cNvPr id="295" name="Google Shape;295;p4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8"/>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97" name="Google Shape;297;p48"/>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98" name="Google Shape;298;p48"/>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99" name="Google Shape;299;p48"/>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00" name="Google Shape;300;p48"/>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01" name="Google Shape;301;p48"/>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02" name="Google Shape;302;p48"/>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3" name="Google Shape;303;p48"/>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4" name="Google Shape;304;p48"/>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5" name="Google Shape;305;p48"/>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6" name="Google Shape;306;p48"/>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7" name="Google Shape;307;p48"/>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8" name="Google Shape;308;p48"/>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309" name="Shape 309"/>
        <p:cNvGrpSpPr/>
        <p:nvPr/>
      </p:nvGrpSpPr>
      <p:grpSpPr>
        <a:xfrm>
          <a:off x="0" y="0"/>
          <a:ext cx="0" cy="0"/>
          <a:chOff x="0" y="0"/>
          <a:chExt cx="0" cy="0"/>
        </a:xfrm>
      </p:grpSpPr>
      <p:sp>
        <p:nvSpPr>
          <p:cNvPr id="310" name="Google Shape;310;p4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9"/>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2" name="Google Shape;312;p49"/>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13" name="Google Shape;313;p49"/>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314" name="Shape 314"/>
        <p:cNvGrpSpPr/>
        <p:nvPr/>
      </p:nvGrpSpPr>
      <p:grpSpPr>
        <a:xfrm>
          <a:off x="0" y="0"/>
          <a:ext cx="0" cy="0"/>
          <a:chOff x="0" y="0"/>
          <a:chExt cx="0" cy="0"/>
        </a:xfrm>
      </p:grpSpPr>
      <p:sp>
        <p:nvSpPr>
          <p:cNvPr id="315" name="Google Shape;315;p5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0"/>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7" name="Google Shape;317;p50"/>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18" name="Google Shape;318;p50"/>
          <p:cNvSpPr/>
          <p:nvPr>
            <p:ph idx="2" type="pic"/>
          </p:nvPr>
        </p:nvSpPr>
        <p:spPr>
          <a:xfrm>
            <a:off x="838200" y="659250"/>
            <a:ext cx="1982400" cy="3825000"/>
          </a:xfrm>
          <a:prstGeom prst="roundRect">
            <a:avLst>
              <a:gd fmla="val 16667" name="adj"/>
            </a:avLst>
          </a:prstGeom>
          <a:noFill/>
          <a:ln>
            <a:noFill/>
          </a:ln>
        </p:spPr>
      </p:sp>
      <p:sp>
        <p:nvSpPr>
          <p:cNvPr id="319" name="Google Shape;319;p50"/>
          <p:cNvSpPr/>
          <p:nvPr>
            <p:ph idx="3" type="pic"/>
          </p:nvPr>
        </p:nvSpPr>
        <p:spPr>
          <a:xfrm>
            <a:off x="2949268" y="662103"/>
            <a:ext cx="1942800" cy="1843800"/>
          </a:xfrm>
          <a:prstGeom prst="roundRect">
            <a:avLst>
              <a:gd fmla="val 16667" name="adj"/>
            </a:avLst>
          </a:prstGeom>
          <a:noFill/>
          <a:ln>
            <a:noFill/>
          </a:ln>
        </p:spPr>
      </p:sp>
      <p:sp>
        <p:nvSpPr>
          <p:cNvPr id="320" name="Google Shape;320;p50"/>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321" name="Shape 321"/>
        <p:cNvGrpSpPr/>
        <p:nvPr/>
      </p:nvGrpSpPr>
      <p:grpSpPr>
        <a:xfrm>
          <a:off x="0" y="0"/>
          <a:ext cx="0" cy="0"/>
          <a:chOff x="0" y="0"/>
          <a:chExt cx="0" cy="0"/>
        </a:xfrm>
      </p:grpSpPr>
      <p:sp>
        <p:nvSpPr>
          <p:cNvPr id="322" name="Google Shape;322;p5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1"/>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4" name="Google Shape;324;p51"/>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325" name="Shape 325"/>
        <p:cNvGrpSpPr/>
        <p:nvPr/>
      </p:nvGrpSpPr>
      <p:grpSpPr>
        <a:xfrm>
          <a:off x="0" y="0"/>
          <a:ext cx="0" cy="0"/>
          <a:chOff x="0" y="0"/>
          <a:chExt cx="0" cy="0"/>
        </a:xfrm>
      </p:grpSpPr>
      <p:sp>
        <p:nvSpPr>
          <p:cNvPr id="326" name="Google Shape;326;p5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2"/>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28" name="Shape 328"/>
        <p:cNvGrpSpPr/>
        <p:nvPr/>
      </p:nvGrpSpPr>
      <p:grpSpPr>
        <a:xfrm>
          <a:off x="0" y="0"/>
          <a:ext cx="0" cy="0"/>
          <a:chOff x="0" y="0"/>
          <a:chExt cx="0" cy="0"/>
        </a:xfrm>
      </p:grpSpPr>
      <p:sp>
        <p:nvSpPr>
          <p:cNvPr id="329" name="Google Shape;329;p5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3"/>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31" name="Google Shape;331;p53"/>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32" name="Google Shape;332;p53"/>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33" name="Google Shape;333;p53"/>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4" name="Google Shape;334;p53"/>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5" name="Google Shape;335;p53"/>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6" name="Google Shape;336;p5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37" name="Shape 337"/>
        <p:cNvGrpSpPr/>
        <p:nvPr/>
      </p:nvGrpSpPr>
      <p:grpSpPr>
        <a:xfrm>
          <a:off x="0" y="0"/>
          <a:ext cx="0" cy="0"/>
          <a:chOff x="0" y="0"/>
          <a:chExt cx="0" cy="0"/>
        </a:xfrm>
      </p:grpSpPr>
      <p:sp>
        <p:nvSpPr>
          <p:cNvPr id="338" name="Google Shape;338;p5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4"/>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40" name="Google Shape;340;p54"/>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41" name="Google Shape;341;p54"/>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42" name="Google Shape;342;p54"/>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43" name="Google Shape;343;p54"/>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4" name="Google Shape;344;p54"/>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5" name="Google Shape;345;p54"/>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6" name="Google Shape;346;p54"/>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7" name="Google Shape;347;p5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48" name="Shape 348"/>
        <p:cNvGrpSpPr/>
        <p:nvPr/>
      </p:nvGrpSpPr>
      <p:grpSpPr>
        <a:xfrm>
          <a:off x="0" y="0"/>
          <a:ext cx="0" cy="0"/>
          <a:chOff x="0" y="0"/>
          <a:chExt cx="0" cy="0"/>
        </a:xfrm>
      </p:grpSpPr>
      <p:sp>
        <p:nvSpPr>
          <p:cNvPr id="349" name="Google Shape;349;p5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5"/>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1" name="Google Shape;351;p55"/>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2" name="Google Shape;352;p55"/>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3" name="Google Shape;353;p55"/>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4" name="Google Shape;354;p55"/>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5" name="Google Shape;355;p55"/>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56" name="Google Shape;356;p55"/>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7" name="Google Shape;357;p55"/>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8" name="Google Shape;358;p55"/>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9" name="Google Shape;359;p55"/>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0" name="Google Shape;360;p55"/>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1" name="Google Shape;361;p55"/>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2" name="Google Shape;362;p5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63" name="Shape 363"/>
        <p:cNvGrpSpPr/>
        <p:nvPr/>
      </p:nvGrpSpPr>
      <p:grpSpPr>
        <a:xfrm>
          <a:off x="0" y="0"/>
          <a:ext cx="0" cy="0"/>
          <a:chOff x="0" y="0"/>
          <a:chExt cx="0" cy="0"/>
        </a:xfrm>
      </p:grpSpPr>
      <p:sp>
        <p:nvSpPr>
          <p:cNvPr id="364" name="Google Shape;364;p5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6"/>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6" name="Google Shape;366;p56"/>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367" name="Google Shape;367;p56"/>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68" name="Shape 368"/>
        <p:cNvGrpSpPr/>
        <p:nvPr/>
      </p:nvGrpSpPr>
      <p:grpSpPr>
        <a:xfrm>
          <a:off x="0" y="0"/>
          <a:ext cx="0" cy="0"/>
          <a:chOff x="0" y="0"/>
          <a:chExt cx="0" cy="0"/>
        </a:xfrm>
      </p:grpSpPr>
      <p:pic>
        <p:nvPicPr>
          <p:cNvPr id="369" name="Google Shape;369;p5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0" name="Google Shape;370;p5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71" name="Shape 371"/>
        <p:cNvGrpSpPr/>
        <p:nvPr/>
      </p:nvGrpSpPr>
      <p:grpSpPr>
        <a:xfrm>
          <a:off x="0" y="0"/>
          <a:ext cx="0" cy="0"/>
          <a:chOff x="0" y="0"/>
          <a:chExt cx="0" cy="0"/>
        </a:xfrm>
      </p:grpSpPr>
      <p:pic>
        <p:nvPicPr>
          <p:cNvPr id="372" name="Google Shape;372;p5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3" name="Google Shape;373;p5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7" name="Shape 377"/>
        <p:cNvGrpSpPr/>
        <p:nvPr/>
      </p:nvGrpSpPr>
      <p:grpSpPr>
        <a:xfrm>
          <a:off x="0" y="0"/>
          <a:ext cx="0" cy="0"/>
          <a:chOff x="0" y="0"/>
          <a:chExt cx="0" cy="0"/>
        </a:xfrm>
      </p:grpSpPr>
      <p:sp>
        <p:nvSpPr>
          <p:cNvPr id="378" name="Google Shape;378;p6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60"/>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80" name="Google Shape;380;p60"/>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1" name="Shape 381"/>
        <p:cNvGrpSpPr/>
        <p:nvPr/>
      </p:nvGrpSpPr>
      <p:grpSpPr>
        <a:xfrm>
          <a:off x="0" y="0"/>
          <a:ext cx="0" cy="0"/>
          <a:chOff x="0" y="0"/>
          <a:chExt cx="0" cy="0"/>
        </a:xfrm>
      </p:grpSpPr>
      <p:sp>
        <p:nvSpPr>
          <p:cNvPr id="382" name="Google Shape;382;p6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61"/>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84" name="Google Shape;384;p61"/>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5" name="Shape 385"/>
        <p:cNvGrpSpPr/>
        <p:nvPr/>
      </p:nvGrpSpPr>
      <p:grpSpPr>
        <a:xfrm>
          <a:off x="0" y="0"/>
          <a:ext cx="0" cy="0"/>
          <a:chOff x="0" y="0"/>
          <a:chExt cx="0" cy="0"/>
        </a:xfrm>
      </p:grpSpPr>
      <p:sp>
        <p:nvSpPr>
          <p:cNvPr id="386" name="Google Shape;386;p6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62"/>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388" name="Google Shape;388;p6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9" name="Shape 389"/>
        <p:cNvGrpSpPr/>
        <p:nvPr/>
      </p:nvGrpSpPr>
      <p:grpSpPr>
        <a:xfrm>
          <a:off x="0" y="0"/>
          <a:ext cx="0" cy="0"/>
          <a:chOff x="0" y="0"/>
          <a:chExt cx="0" cy="0"/>
        </a:xfrm>
      </p:grpSpPr>
      <p:sp>
        <p:nvSpPr>
          <p:cNvPr id="390" name="Google Shape;390;p6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63"/>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92" name="Google Shape;392;p63"/>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93" name="Google Shape;393;p63"/>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4" name="Google Shape;394;p63"/>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5" name="Google Shape;395;p6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6" name="Shape 396"/>
        <p:cNvGrpSpPr/>
        <p:nvPr/>
      </p:nvGrpSpPr>
      <p:grpSpPr>
        <a:xfrm>
          <a:off x="0" y="0"/>
          <a:ext cx="0" cy="0"/>
          <a:chOff x="0" y="0"/>
          <a:chExt cx="0" cy="0"/>
        </a:xfrm>
      </p:grpSpPr>
      <p:sp>
        <p:nvSpPr>
          <p:cNvPr id="397" name="Google Shape;397;p6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6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9" name="Shape 399"/>
        <p:cNvGrpSpPr/>
        <p:nvPr/>
      </p:nvGrpSpPr>
      <p:grpSpPr>
        <a:xfrm>
          <a:off x="0" y="0"/>
          <a:ext cx="0" cy="0"/>
          <a:chOff x="0" y="0"/>
          <a:chExt cx="0" cy="0"/>
        </a:xfrm>
      </p:grpSpPr>
      <p:sp>
        <p:nvSpPr>
          <p:cNvPr id="400" name="Google Shape;400;p6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65"/>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402" name="Google Shape;402;p65"/>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403" name="Google Shape;403;p65"/>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4" name="Shape 404"/>
        <p:cNvGrpSpPr/>
        <p:nvPr/>
      </p:nvGrpSpPr>
      <p:grpSpPr>
        <a:xfrm>
          <a:off x="0" y="0"/>
          <a:ext cx="0" cy="0"/>
          <a:chOff x="0" y="0"/>
          <a:chExt cx="0" cy="0"/>
        </a:xfrm>
      </p:grpSpPr>
      <p:sp>
        <p:nvSpPr>
          <p:cNvPr id="405" name="Google Shape;405;p6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66"/>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7" name="Shape 407"/>
        <p:cNvGrpSpPr/>
        <p:nvPr/>
      </p:nvGrpSpPr>
      <p:grpSpPr>
        <a:xfrm>
          <a:off x="0" y="0"/>
          <a:ext cx="0" cy="0"/>
          <a:chOff x="0" y="0"/>
          <a:chExt cx="0" cy="0"/>
        </a:xfrm>
      </p:grpSpPr>
      <p:sp>
        <p:nvSpPr>
          <p:cNvPr id="408" name="Google Shape;408;p6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7"/>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410" name="Google Shape;410;p67"/>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1" name="Shape 411"/>
        <p:cNvGrpSpPr/>
        <p:nvPr/>
      </p:nvGrpSpPr>
      <p:grpSpPr>
        <a:xfrm>
          <a:off x="0" y="0"/>
          <a:ext cx="0" cy="0"/>
          <a:chOff x="0" y="0"/>
          <a:chExt cx="0" cy="0"/>
        </a:xfrm>
      </p:grpSpPr>
      <p:sp>
        <p:nvSpPr>
          <p:cNvPr id="412" name="Google Shape;412;p68"/>
          <p:cNvSpPr/>
          <p:nvPr>
            <p:ph idx="2" type="pic"/>
          </p:nvPr>
        </p:nvSpPr>
        <p:spPr>
          <a:xfrm>
            <a:off x="-13275" y="-26550"/>
            <a:ext cx="9211800" cy="5229900"/>
          </a:xfrm>
          <a:prstGeom prst="rect">
            <a:avLst/>
          </a:prstGeom>
          <a:noFill/>
          <a:ln>
            <a:noFill/>
          </a:ln>
        </p:spPr>
      </p:sp>
      <p:sp>
        <p:nvSpPr>
          <p:cNvPr id="413" name="Google Shape;413;p68"/>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4" name="Shape 414"/>
        <p:cNvGrpSpPr/>
        <p:nvPr/>
      </p:nvGrpSpPr>
      <p:grpSpPr>
        <a:xfrm>
          <a:off x="0" y="0"/>
          <a:ext cx="0" cy="0"/>
          <a:chOff x="0" y="0"/>
          <a:chExt cx="0" cy="0"/>
        </a:xfrm>
      </p:grpSpPr>
      <p:sp>
        <p:nvSpPr>
          <p:cNvPr id="415" name="Google Shape;415;p6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69"/>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17" name="Google Shape;417;p69"/>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418" name="Shape 418"/>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9" name="Shape 419"/>
        <p:cNvGrpSpPr/>
        <p:nvPr/>
      </p:nvGrpSpPr>
      <p:grpSpPr>
        <a:xfrm>
          <a:off x="0" y="0"/>
          <a:ext cx="0" cy="0"/>
          <a:chOff x="0" y="0"/>
          <a:chExt cx="0" cy="0"/>
        </a:xfrm>
      </p:grpSpPr>
      <p:sp>
        <p:nvSpPr>
          <p:cNvPr id="420" name="Google Shape;420;p7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1"/>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2" name="Google Shape;422;p71"/>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3" name="Google Shape;423;p71"/>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4" name="Google Shape;424;p71"/>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5" name="Google Shape;425;p71"/>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6" name="Google Shape;426;p71"/>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7" name="Google Shape;427;p71"/>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8" name="Google Shape;428;p71"/>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9" name="Google Shape;429;p71"/>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30" name="Google Shape;430;p71"/>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31" name="Google Shape;431;p71"/>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32" name="Google Shape;432;p71"/>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33" name="Google Shape;433;p71"/>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434" name="Shape 434"/>
        <p:cNvGrpSpPr/>
        <p:nvPr/>
      </p:nvGrpSpPr>
      <p:grpSpPr>
        <a:xfrm>
          <a:off x="0" y="0"/>
          <a:ext cx="0" cy="0"/>
          <a:chOff x="0" y="0"/>
          <a:chExt cx="0" cy="0"/>
        </a:xfrm>
      </p:grpSpPr>
      <p:sp>
        <p:nvSpPr>
          <p:cNvPr id="435" name="Google Shape;435;p7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2"/>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37" name="Google Shape;437;p72"/>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38" name="Google Shape;438;p72"/>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439" name="Shape 439"/>
        <p:cNvGrpSpPr/>
        <p:nvPr/>
      </p:nvGrpSpPr>
      <p:grpSpPr>
        <a:xfrm>
          <a:off x="0" y="0"/>
          <a:ext cx="0" cy="0"/>
          <a:chOff x="0" y="0"/>
          <a:chExt cx="0" cy="0"/>
        </a:xfrm>
      </p:grpSpPr>
      <p:sp>
        <p:nvSpPr>
          <p:cNvPr id="440" name="Google Shape;440;p7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3"/>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2" name="Google Shape;442;p73"/>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43" name="Google Shape;443;p73"/>
          <p:cNvSpPr/>
          <p:nvPr>
            <p:ph idx="2" type="pic"/>
          </p:nvPr>
        </p:nvSpPr>
        <p:spPr>
          <a:xfrm>
            <a:off x="838200" y="659250"/>
            <a:ext cx="1982400" cy="3825000"/>
          </a:xfrm>
          <a:prstGeom prst="roundRect">
            <a:avLst>
              <a:gd fmla="val 16667" name="adj"/>
            </a:avLst>
          </a:prstGeom>
          <a:noFill/>
          <a:ln>
            <a:noFill/>
          </a:ln>
        </p:spPr>
      </p:sp>
      <p:sp>
        <p:nvSpPr>
          <p:cNvPr id="444" name="Google Shape;444;p73"/>
          <p:cNvSpPr/>
          <p:nvPr>
            <p:ph idx="3" type="pic"/>
          </p:nvPr>
        </p:nvSpPr>
        <p:spPr>
          <a:xfrm>
            <a:off x="2949268" y="662103"/>
            <a:ext cx="1942800" cy="1843800"/>
          </a:xfrm>
          <a:prstGeom prst="roundRect">
            <a:avLst>
              <a:gd fmla="val 16667" name="adj"/>
            </a:avLst>
          </a:prstGeom>
          <a:noFill/>
          <a:ln>
            <a:noFill/>
          </a:ln>
        </p:spPr>
      </p:sp>
      <p:sp>
        <p:nvSpPr>
          <p:cNvPr id="445" name="Google Shape;445;p73"/>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446" name="Shape 446"/>
        <p:cNvGrpSpPr/>
        <p:nvPr/>
      </p:nvGrpSpPr>
      <p:grpSpPr>
        <a:xfrm>
          <a:off x="0" y="0"/>
          <a:ext cx="0" cy="0"/>
          <a:chOff x="0" y="0"/>
          <a:chExt cx="0" cy="0"/>
        </a:xfrm>
      </p:grpSpPr>
      <p:sp>
        <p:nvSpPr>
          <p:cNvPr id="447" name="Google Shape;447;p7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74"/>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9" name="Google Shape;449;p74"/>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450" name="Shape 450"/>
        <p:cNvGrpSpPr/>
        <p:nvPr/>
      </p:nvGrpSpPr>
      <p:grpSpPr>
        <a:xfrm>
          <a:off x="0" y="0"/>
          <a:ext cx="0" cy="0"/>
          <a:chOff x="0" y="0"/>
          <a:chExt cx="0" cy="0"/>
        </a:xfrm>
      </p:grpSpPr>
      <p:sp>
        <p:nvSpPr>
          <p:cNvPr id="451" name="Google Shape;451;p7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75"/>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53" name="Shape 453"/>
        <p:cNvGrpSpPr/>
        <p:nvPr/>
      </p:nvGrpSpPr>
      <p:grpSpPr>
        <a:xfrm>
          <a:off x="0" y="0"/>
          <a:ext cx="0" cy="0"/>
          <a:chOff x="0" y="0"/>
          <a:chExt cx="0" cy="0"/>
        </a:xfrm>
      </p:grpSpPr>
      <p:sp>
        <p:nvSpPr>
          <p:cNvPr id="454" name="Google Shape;454;p7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76"/>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56" name="Google Shape;456;p76"/>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57" name="Google Shape;457;p76"/>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58" name="Google Shape;458;p76"/>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 name="Google Shape;459;p76"/>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60" name="Google Shape;460;p76"/>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61" name="Google Shape;461;p7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62" name="Shape 462"/>
        <p:cNvGrpSpPr/>
        <p:nvPr/>
      </p:nvGrpSpPr>
      <p:grpSpPr>
        <a:xfrm>
          <a:off x="0" y="0"/>
          <a:ext cx="0" cy="0"/>
          <a:chOff x="0" y="0"/>
          <a:chExt cx="0" cy="0"/>
        </a:xfrm>
      </p:grpSpPr>
      <p:sp>
        <p:nvSpPr>
          <p:cNvPr id="463" name="Google Shape;463;p7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77"/>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65" name="Google Shape;465;p77"/>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66" name="Google Shape;466;p77"/>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67" name="Google Shape;467;p77"/>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68" name="Google Shape;468;p77"/>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69" name="Google Shape;469;p77"/>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70" name="Google Shape;470;p77"/>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71" name="Google Shape;471;p77"/>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72" name="Google Shape;472;p7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73" name="Shape 473"/>
        <p:cNvGrpSpPr/>
        <p:nvPr/>
      </p:nvGrpSpPr>
      <p:grpSpPr>
        <a:xfrm>
          <a:off x="0" y="0"/>
          <a:ext cx="0" cy="0"/>
          <a:chOff x="0" y="0"/>
          <a:chExt cx="0" cy="0"/>
        </a:xfrm>
      </p:grpSpPr>
      <p:sp>
        <p:nvSpPr>
          <p:cNvPr id="474" name="Google Shape;474;p7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78"/>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76" name="Google Shape;476;p78"/>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77" name="Google Shape;477;p78"/>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78" name="Google Shape;478;p78"/>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79" name="Google Shape;479;p78"/>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80" name="Google Shape;480;p78"/>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81" name="Google Shape;481;p78"/>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2" name="Google Shape;482;p78"/>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3" name="Google Shape;483;p78"/>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4" name="Google Shape;484;p78"/>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5" name="Google Shape;485;p78"/>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6" name="Google Shape;486;p78"/>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7" name="Google Shape;487;p7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88" name="Shape 488"/>
        <p:cNvGrpSpPr/>
        <p:nvPr/>
      </p:nvGrpSpPr>
      <p:grpSpPr>
        <a:xfrm>
          <a:off x="0" y="0"/>
          <a:ext cx="0" cy="0"/>
          <a:chOff x="0" y="0"/>
          <a:chExt cx="0" cy="0"/>
        </a:xfrm>
      </p:grpSpPr>
      <p:sp>
        <p:nvSpPr>
          <p:cNvPr id="489" name="Google Shape;489;p7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9"/>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91" name="Google Shape;491;p79"/>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492" name="Google Shape;492;p79"/>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93" name="Shape 493"/>
        <p:cNvGrpSpPr/>
        <p:nvPr/>
      </p:nvGrpSpPr>
      <p:grpSpPr>
        <a:xfrm>
          <a:off x="0" y="0"/>
          <a:ext cx="0" cy="0"/>
          <a:chOff x="0" y="0"/>
          <a:chExt cx="0" cy="0"/>
        </a:xfrm>
      </p:grpSpPr>
      <p:pic>
        <p:nvPicPr>
          <p:cNvPr id="494" name="Google Shape;494;p80"/>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5" name="Google Shape;495;p8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96" name="Shape 496"/>
        <p:cNvGrpSpPr/>
        <p:nvPr/>
      </p:nvGrpSpPr>
      <p:grpSpPr>
        <a:xfrm>
          <a:off x="0" y="0"/>
          <a:ext cx="0" cy="0"/>
          <a:chOff x="0" y="0"/>
          <a:chExt cx="0" cy="0"/>
        </a:xfrm>
      </p:grpSpPr>
      <p:pic>
        <p:nvPicPr>
          <p:cNvPr id="497" name="Google Shape;497;p8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8" name="Google Shape;498;p8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2" name="Shape 502"/>
        <p:cNvGrpSpPr/>
        <p:nvPr/>
      </p:nvGrpSpPr>
      <p:grpSpPr>
        <a:xfrm>
          <a:off x="0" y="0"/>
          <a:ext cx="0" cy="0"/>
          <a:chOff x="0" y="0"/>
          <a:chExt cx="0" cy="0"/>
        </a:xfrm>
      </p:grpSpPr>
      <p:sp>
        <p:nvSpPr>
          <p:cNvPr id="503" name="Google Shape;503;p8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83"/>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05" name="Google Shape;505;p83"/>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6" name="Shape 506"/>
        <p:cNvGrpSpPr/>
        <p:nvPr/>
      </p:nvGrpSpPr>
      <p:grpSpPr>
        <a:xfrm>
          <a:off x="0" y="0"/>
          <a:ext cx="0" cy="0"/>
          <a:chOff x="0" y="0"/>
          <a:chExt cx="0" cy="0"/>
        </a:xfrm>
      </p:grpSpPr>
      <p:sp>
        <p:nvSpPr>
          <p:cNvPr id="507" name="Google Shape;507;p8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84"/>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09" name="Google Shape;509;p84"/>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0" name="Shape 510"/>
        <p:cNvGrpSpPr/>
        <p:nvPr/>
      </p:nvGrpSpPr>
      <p:grpSpPr>
        <a:xfrm>
          <a:off x="0" y="0"/>
          <a:ext cx="0" cy="0"/>
          <a:chOff x="0" y="0"/>
          <a:chExt cx="0" cy="0"/>
        </a:xfrm>
      </p:grpSpPr>
      <p:sp>
        <p:nvSpPr>
          <p:cNvPr id="511" name="Google Shape;511;p8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85"/>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513" name="Google Shape;513;p8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4" name="Shape 514"/>
        <p:cNvGrpSpPr/>
        <p:nvPr/>
      </p:nvGrpSpPr>
      <p:grpSpPr>
        <a:xfrm>
          <a:off x="0" y="0"/>
          <a:ext cx="0" cy="0"/>
          <a:chOff x="0" y="0"/>
          <a:chExt cx="0" cy="0"/>
        </a:xfrm>
      </p:grpSpPr>
      <p:sp>
        <p:nvSpPr>
          <p:cNvPr id="515" name="Google Shape;515;p8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6"/>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17" name="Google Shape;517;p86"/>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18" name="Google Shape;518;p86"/>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19" name="Google Shape;519;p86"/>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0" name="Google Shape;520;p8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1" name="Shape 521"/>
        <p:cNvGrpSpPr/>
        <p:nvPr/>
      </p:nvGrpSpPr>
      <p:grpSpPr>
        <a:xfrm>
          <a:off x="0" y="0"/>
          <a:ext cx="0" cy="0"/>
          <a:chOff x="0" y="0"/>
          <a:chExt cx="0" cy="0"/>
        </a:xfrm>
      </p:grpSpPr>
      <p:sp>
        <p:nvSpPr>
          <p:cNvPr id="522" name="Google Shape;522;p8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8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4" name="Shape 524"/>
        <p:cNvGrpSpPr/>
        <p:nvPr/>
      </p:nvGrpSpPr>
      <p:grpSpPr>
        <a:xfrm>
          <a:off x="0" y="0"/>
          <a:ext cx="0" cy="0"/>
          <a:chOff x="0" y="0"/>
          <a:chExt cx="0" cy="0"/>
        </a:xfrm>
      </p:grpSpPr>
      <p:sp>
        <p:nvSpPr>
          <p:cNvPr id="525" name="Google Shape;525;p8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88"/>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527" name="Google Shape;527;p88"/>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528" name="Google Shape;528;p88"/>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9" name="Shape 529"/>
        <p:cNvGrpSpPr/>
        <p:nvPr/>
      </p:nvGrpSpPr>
      <p:grpSpPr>
        <a:xfrm>
          <a:off x="0" y="0"/>
          <a:ext cx="0" cy="0"/>
          <a:chOff x="0" y="0"/>
          <a:chExt cx="0" cy="0"/>
        </a:xfrm>
      </p:grpSpPr>
      <p:sp>
        <p:nvSpPr>
          <p:cNvPr id="530" name="Google Shape;530;p8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89"/>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2" name="Shape 532"/>
        <p:cNvGrpSpPr/>
        <p:nvPr/>
      </p:nvGrpSpPr>
      <p:grpSpPr>
        <a:xfrm>
          <a:off x="0" y="0"/>
          <a:ext cx="0" cy="0"/>
          <a:chOff x="0" y="0"/>
          <a:chExt cx="0" cy="0"/>
        </a:xfrm>
      </p:grpSpPr>
      <p:sp>
        <p:nvSpPr>
          <p:cNvPr id="533" name="Google Shape;533;p9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90"/>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535" name="Google Shape;535;p90"/>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6" name="Shape 536"/>
        <p:cNvGrpSpPr/>
        <p:nvPr/>
      </p:nvGrpSpPr>
      <p:grpSpPr>
        <a:xfrm>
          <a:off x="0" y="0"/>
          <a:ext cx="0" cy="0"/>
          <a:chOff x="0" y="0"/>
          <a:chExt cx="0" cy="0"/>
        </a:xfrm>
      </p:grpSpPr>
      <p:sp>
        <p:nvSpPr>
          <p:cNvPr id="537" name="Google Shape;537;p91"/>
          <p:cNvSpPr/>
          <p:nvPr>
            <p:ph idx="2" type="pic"/>
          </p:nvPr>
        </p:nvSpPr>
        <p:spPr>
          <a:xfrm>
            <a:off x="-13275" y="-26550"/>
            <a:ext cx="9211800" cy="5229900"/>
          </a:xfrm>
          <a:prstGeom prst="rect">
            <a:avLst/>
          </a:prstGeom>
          <a:noFill/>
          <a:ln>
            <a:noFill/>
          </a:ln>
        </p:spPr>
      </p:sp>
      <p:sp>
        <p:nvSpPr>
          <p:cNvPr id="538" name="Google Shape;538;p91"/>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9" name="Shape 539"/>
        <p:cNvGrpSpPr/>
        <p:nvPr/>
      </p:nvGrpSpPr>
      <p:grpSpPr>
        <a:xfrm>
          <a:off x="0" y="0"/>
          <a:ext cx="0" cy="0"/>
          <a:chOff x="0" y="0"/>
          <a:chExt cx="0" cy="0"/>
        </a:xfrm>
      </p:grpSpPr>
      <p:sp>
        <p:nvSpPr>
          <p:cNvPr id="540" name="Google Shape;540;p9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92"/>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42" name="Google Shape;542;p92"/>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543" name="Shape 543"/>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44" name="Shape 544"/>
        <p:cNvGrpSpPr/>
        <p:nvPr/>
      </p:nvGrpSpPr>
      <p:grpSpPr>
        <a:xfrm>
          <a:off x="0" y="0"/>
          <a:ext cx="0" cy="0"/>
          <a:chOff x="0" y="0"/>
          <a:chExt cx="0" cy="0"/>
        </a:xfrm>
      </p:grpSpPr>
      <p:sp>
        <p:nvSpPr>
          <p:cNvPr id="545" name="Google Shape;545;p9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94"/>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47" name="Google Shape;547;p94"/>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48" name="Google Shape;548;p94"/>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49" name="Google Shape;549;p94"/>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50" name="Google Shape;550;p94"/>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51" name="Google Shape;551;p94"/>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52" name="Google Shape;552;p94"/>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3" name="Google Shape;553;p94"/>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4" name="Google Shape;554;p94"/>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5" name="Google Shape;555;p94"/>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6" name="Google Shape;556;p94"/>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7" name="Google Shape;557;p94"/>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8" name="Google Shape;558;p94"/>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559" name="Shape 559"/>
        <p:cNvGrpSpPr/>
        <p:nvPr/>
      </p:nvGrpSpPr>
      <p:grpSpPr>
        <a:xfrm>
          <a:off x="0" y="0"/>
          <a:ext cx="0" cy="0"/>
          <a:chOff x="0" y="0"/>
          <a:chExt cx="0" cy="0"/>
        </a:xfrm>
      </p:grpSpPr>
      <p:sp>
        <p:nvSpPr>
          <p:cNvPr id="560" name="Google Shape;560;p9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95"/>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62" name="Google Shape;562;p95"/>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63" name="Google Shape;563;p95"/>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564" name="Shape 564"/>
        <p:cNvGrpSpPr/>
        <p:nvPr/>
      </p:nvGrpSpPr>
      <p:grpSpPr>
        <a:xfrm>
          <a:off x="0" y="0"/>
          <a:ext cx="0" cy="0"/>
          <a:chOff x="0" y="0"/>
          <a:chExt cx="0" cy="0"/>
        </a:xfrm>
      </p:grpSpPr>
      <p:sp>
        <p:nvSpPr>
          <p:cNvPr id="565" name="Google Shape;565;p9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96"/>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67" name="Google Shape;567;p96"/>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68" name="Google Shape;568;p96"/>
          <p:cNvSpPr/>
          <p:nvPr>
            <p:ph idx="2" type="pic"/>
          </p:nvPr>
        </p:nvSpPr>
        <p:spPr>
          <a:xfrm>
            <a:off x="838200" y="659250"/>
            <a:ext cx="1982400" cy="3825000"/>
          </a:xfrm>
          <a:prstGeom prst="roundRect">
            <a:avLst>
              <a:gd fmla="val 16667" name="adj"/>
            </a:avLst>
          </a:prstGeom>
          <a:noFill/>
          <a:ln>
            <a:noFill/>
          </a:ln>
        </p:spPr>
      </p:sp>
      <p:sp>
        <p:nvSpPr>
          <p:cNvPr id="569" name="Google Shape;569;p96"/>
          <p:cNvSpPr/>
          <p:nvPr>
            <p:ph idx="3" type="pic"/>
          </p:nvPr>
        </p:nvSpPr>
        <p:spPr>
          <a:xfrm>
            <a:off x="2949268" y="662103"/>
            <a:ext cx="1942800" cy="1843800"/>
          </a:xfrm>
          <a:prstGeom prst="roundRect">
            <a:avLst>
              <a:gd fmla="val 16667" name="adj"/>
            </a:avLst>
          </a:prstGeom>
          <a:noFill/>
          <a:ln>
            <a:noFill/>
          </a:ln>
        </p:spPr>
      </p:sp>
      <p:sp>
        <p:nvSpPr>
          <p:cNvPr id="570" name="Google Shape;570;p96"/>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571" name="Shape 571"/>
        <p:cNvGrpSpPr/>
        <p:nvPr/>
      </p:nvGrpSpPr>
      <p:grpSpPr>
        <a:xfrm>
          <a:off x="0" y="0"/>
          <a:ext cx="0" cy="0"/>
          <a:chOff x="0" y="0"/>
          <a:chExt cx="0" cy="0"/>
        </a:xfrm>
      </p:grpSpPr>
      <p:sp>
        <p:nvSpPr>
          <p:cNvPr id="572" name="Google Shape;572;p9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97"/>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74" name="Google Shape;574;p97"/>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575" name="Shape 575"/>
        <p:cNvGrpSpPr/>
        <p:nvPr/>
      </p:nvGrpSpPr>
      <p:grpSpPr>
        <a:xfrm>
          <a:off x="0" y="0"/>
          <a:ext cx="0" cy="0"/>
          <a:chOff x="0" y="0"/>
          <a:chExt cx="0" cy="0"/>
        </a:xfrm>
      </p:grpSpPr>
      <p:sp>
        <p:nvSpPr>
          <p:cNvPr id="576" name="Google Shape;576;p9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98"/>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78" name="Shape 578"/>
        <p:cNvGrpSpPr/>
        <p:nvPr/>
      </p:nvGrpSpPr>
      <p:grpSpPr>
        <a:xfrm>
          <a:off x="0" y="0"/>
          <a:ext cx="0" cy="0"/>
          <a:chOff x="0" y="0"/>
          <a:chExt cx="0" cy="0"/>
        </a:xfrm>
      </p:grpSpPr>
      <p:sp>
        <p:nvSpPr>
          <p:cNvPr id="579" name="Google Shape;579;p9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99"/>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81" name="Google Shape;581;p99"/>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82" name="Google Shape;582;p99"/>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83" name="Google Shape;583;p99"/>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4" name="Google Shape;584;p99"/>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5" name="Google Shape;585;p99"/>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6" name="Google Shape;586;p9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87" name="Shape 587"/>
        <p:cNvGrpSpPr/>
        <p:nvPr/>
      </p:nvGrpSpPr>
      <p:grpSpPr>
        <a:xfrm>
          <a:off x="0" y="0"/>
          <a:ext cx="0" cy="0"/>
          <a:chOff x="0" y="0"/>
          <a:chExt cx="0" cy="0"/>
        </a:xfrm>
      </p:grpSpPr>
      <p:sp>
        <p:nvSpPr>
          <p:cNvPr id="588" name="Google Shape;588;p10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0"/>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90" name="Google Shape;590;p100"/>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91" name="Google Shape;591;p100"/>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92" name="Google Shape;592;p100"/>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593" name="Google Shape;593;p100"/>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4" name="Google Shape;594;p100"/>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5" name="Google Shape;595;p100"/>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6" name="Google Shape;596;p100"/>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7" name="Google Shape;597;p10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98" name="Shape 598"/>
        <p:cNvGrpSpPr/>
        <p:nvPr/>
      </p:nvGrpSpPr>
      <p:grpSpPr>
        <a:xfrm>
          <a:off x="0" y="0"/>
          <a:ext cx="0" cy="0"/>
          <a:chOff x="0" y="0"/>
          <a:chExt cx="0" cy="0"/>
        </a:xfrm>
      </p:grpSpPr>
      <p:sp>
        <p:nvSpPr>
          <p:cNvPr id="599" name="Google Shape;599;p10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01"/>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1" name="Google Shape;601;p101"/>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2" name="Google Shape;602;p101"/>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3" name="Google Shape;603;p101"/>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4" name="Google Shape;604;p101"/>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5" name="Google Shape;605;p101"/>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06" name="Google Shape;606;p101"/>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7" name="Google Shape;607;p101"/>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8" name="Google Shape;608;p101"/>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9" name="Google Shape;609;p101"/>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10" name="Google Shape;610;p101"/>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11" name="Google Shape;611;p101"/>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12" name="Google Shape;612;p10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13" name="Shape 613"/>
        <p:cNvGrpSpPr/>
        <p:nvPr/>
      </p:nvGrpSpPr>
      <p:grpSpPr>
        <a:xfrm>
          <a:off x="0" y="0"/>
          <a:ext cx="0" cy="0"/>
          <a:chOff x="0" y="0"/>
          <a:chExt cx="0" cy="0"/>
        </a:xfrm>
      </p:grpSpPr>
      <p:sp>
        <p:nvSpPr>
          <p:cNvPr id="614" name="Google Shape;614;p10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02"/>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16" name="Google Shape;616;p102"/>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17" name="Google Shape;617;p102"/>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18" name="Shape 618"/>
        <p:cNvGrpSpPr/>
        <p:nvPr/>
      </p:nvGrpSpPr>
      <p:grpSpPr>
        <a:xfrm>
          <a:off x="0" y="0"/>
          <a:ext cx="0" cy="0"/>
          <a:chOff x="0" y="0"/>
          <a:chExt cx="0" cy="0"/>
        </a:xfrm>
      </p:grpSpPr>
      <p:pic>
        <p:nvPicPr>
          <p:cNvPr id="619" name="Google Shape;619;p103"/>
          <p:cNvPicPr preferRelativeResize="0"/>
          <p:nvPr/>
        </p:nvPicPr>
        <p:blipFill>
          <a:blip r:embed="rId2">
            <a:alphaModFix/>
          </a:blip>
          <a:stretch>
            <a:fillRect/>
          </a:stretch>
        </p:blipFill>
        <p:spPr>
          <a:xfrm>
            <a:off x="0" y="0"/>
            <a:ext cx="9144000" cy="5143500"/>
          </a:xfrm>
          <a:prstGeom prst="rect">
            <a:avLst/>
          </a:prstGeom>
          <a:noFill/>
          <a:ln>
            <a:noFill/>
          </a:ln>
        </p:spPr>
      </p:pic>
      <p:sp>
        <p:nvSpPr>
          <p:cNvPr id="620" name="Google Shape;620;p10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21" name="Shape 621"/>
        <p:cNvGrpSpPr/>
        <p:nvPr/>
      </p:nvGrpSpPr>
      <p:grpSpPr>
        <a:xfrm>
          <a:off x="0" y="0"/>
          <a:ext cx="0" cy="0"/>
          <a:chOff x="0" y="0"/>
          <a:chExt cx="0" cy="0"/>
        </a:xfrm>
      </p:grpSpPr>
      <p:pic>
        <p:nvPicPr>
          <p:cNvPr id="622" name="Google Shape;622;p104"/>
          <p:cNvPicPr preferRelativeResize="0"/>
          <p:nvPr/>
        </p:nvPicPr>
        <p:blipFill>
          <a:blip r:embed="rId2">
            <a:alphaModFix/>
          </a:blip>
          <a:stretch>
            <a:fillRect/>
          </a:stretch>
        </p:blipFill>
        <p:spPr>
          <a:xfrm>
            <a:off x="0" y="0"/>
            <a:ext cx="9144000" cy="5143500"/>
          </a:xfrm>
          <a:prstGeom prst="rect">
            <a:avLst/>
          </a:prstGeom>
          <a:noFill/>
          <a:ln>
            <a:noFill/>
          </a:ln>
        </p:spPr>
      </p:pic>
      <p:sp>
        <p:nvSpPr>
          <p:cNvPr id="623" name="Google Shape;623;p10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7" name="Shape 627"/>
        <p:cNvGrpSpPr/>
        <p:nvPr/>
      </p:nvGrpSpPr>
      <p:grpSpPr>
        <a:xfrm>
          <a:off x="0" y="0"/>
          <a:ext cx="0" cy="0"/>
          <a:chOff x="0" y="0"/>
          <a:chExt cx="0" cy="0"/>
        </a:xfrm>
      </p:grpSpPr>
      <p:sp>
        <p:nvSpPr>
          <p:cNvPr id="628" name="Google Shape;628;p10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06"/>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630" name="Google Shape;630;p106"/>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1" name="Shape 631"/>
        <p:cNvGrpSpPr/>
        <p:nvPr/>
      </p:nvGrpSpPr>
      <p:grpSpPr>
        <a:xfrm>
          <a:off x="0" y="0"/>
          <a:ext cx="0" cy="0"/>
          <a:chOff x="0" y="0"/>
          <a:chExt cx="0" cy="0"/>
        </a:xfrm>
      </p:grpSpPr>
      <p:sp>
        <p:nvSpPr>
          <p:cNvPr id="632" name="Google Shape;632;p10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07"/>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34" name="Google Shape;634;p107"/>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5" name="Shape 635"/>
        <p:cNvGrpSpPr/>
        <p:nvPr/>
      </p:nvGrpSpPr>
      <p:grpSpPr>
        <a:xfrm>
          <a:off x="0" y="0"/>
          <a:ext cx="0" cy="0"/>
          <a:chOff x="0" y="0"/>
          <a:chExt cx="0" cy="0"/>
        </a:xfrm>
      </p:grpSpPr>
      <p:sp>
        <p:nvSpPr>
          <p:cNvPr id="636" name="Google Shape;636;p10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08"/>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638" name="Google Shape;638;p10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9" name="Shape 639"/>
        <p:cNvGrpSpPr/>
        <p:nvPr/>
      </p:nvGrpSpPr>
      <p:grpSpPr>
        <a:xfrm>
          <a:off x="0" y="0"/>
          <a:ext cx="0" cy="0"/>
          <a:chOff x="0" y="0"/>
          <a:chExt cx="0" cy="0"/>
        </a:xfrm>
      </p:grpSpPr>
      <p:sp>
        <p:nvSpPr>
          <p:cNvPr id="640" name="Google Shape;640;p10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09"/>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2" name="Google Shape;642;p109"/>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3" name="Google Shape;643;p109"/>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4" name="Google Shape;644;p109"/>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45" name="Google Shape;645;p10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6" name="Shape 646"/>
        <p:cNvGrpSpPr/>
        <p:nvPr/>
      </p:nvGrpSpPr>
      <p:grpSpPr>
        <a:xfrm>
          <a:off x="0" y="0"/>
          <a:ext cx="0" cy="0"/>
          <a:chOff x="0" y="0"/>
          <a:chExt cx="0" cy="0"/>
        </a:xfrm>
      </p:grpSpPr>
      <p:sp>
        <p:nvSpPr>
          <p:cNvPr id="647" name="Google Shape;647;p11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1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9" name="Shape 649"/>
        <p:cNvGrpSpPr/>
        <p:nvPr/>
      </p:nvGrpSpPr>
      <p:grpSpPr>
        <a:xfrm>
          <a:off x="0" y="0"/>
          <a:ext cx="0" cy="0"/>
          <a:chOff x="0" y="0"/>
          <a:chExt cx="0" cy="0"/>
        </a:xfrm>
      </p:grpSpPr>
      <p:sp>
        <p:nvSpPr>
          <p:cNvPr id="650" name="Google Shape;650;p11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11"/>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652" name="Google Shape;652;p111"/>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653" name="Google Shape;653;p111"/>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4" name="Shape 654"/>
        <p:cNvGrpSpPr/>
        <p:nvPr/>
      </p:nvGrpSpPr>
      <p:grpSpPr>
        <a:xfrm>
          <a:off x="0" y="0"/>
          <a:ext cx="0" cy="0"/>
          <a:chOff x="0" y="0"/>
          <a:chExt cx="0" cy="0"/>
        </a:xfrm>
      </p:grpSpPr>
      <p:sp>
        <p:nvSpPr>
          <p:cNvPr id="655" name="Google Shape;655;p11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12"/>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7" name="Shape 657"/>
        <p:cNvGrpSpPr/>
        <p:nvPr/>
      </p:nvGrpSpPr>
      <p:grpSpPr>
        <a:xfrm>
          <a:off x="0" y="0"/>
          <a:ext cx="0" cy="0"/>
          <a:chOff x="0" y="0"/>
          <a:chExt cx="0" cy="0"/>
        </a:xfrm>
      </p:grpSpPr>
      <p:sp>
        <p:nvSpPr>
          <p:cNvPr id="658" name="Google Shape;658;p11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13"/>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660" name="Google Shape;660;p113"/>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1" name="Shape 661"/>
        <p:cNvGrpSpPr/>
        <p:nvPr/>
      </p:nvGrpSpPr>
      <p:grpSpPr>
        <a:xfrm>
          <a:off x="0" y="0"/>
          <a:ext cx="0" cy="0"/>
          <a:chOff x="0" y="0"/>
          <a:chExt cx="0" cy="0"/>
        </a:xfrm>
      </p:grpSpPr>
      <p:sp>
        <p:nvSpPr>
          <p:cNvPr id="662" name="Google Shape;662;p114"/>
          <p:cNvSpPr/>
          <p:nvPr>
            <p:ph idx="2" type="pic"/>
          </p:nvPr>
        </p:nvSpPr>
        <p:spPr>
          <a:xfrm>
            <a:off x="-13275" y="-26550"/>
            <a:ext cx="9211800" cy="5229900"/>
          </a:xfrm>
          <a:prstGeom prst="rect">
            <a:avLst/>
          </a:prstGeom>
          <a:noFill/>
          <a:ln>
            <a:noFill/>
          </a:ln>
        </p:spPr>
      </p:sp>
      <p:sp>
        <p:nvSpPr>
          <p:cNvPr id="663" name="Google Shape;663;p114"/>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4" name="Shape 664"/>
        <p:cNvGrpSpPr/>
        <p:nvPr/>
      </p:nvGrpSpPr>
      <p:grpSpPr>
        <a:xfrm>
          <a:off x="0" y="0"/>
          <a:ext cx="0" cy="0"/>
          <a:chOff x="0" y="0"/>
          <a:chExt cx="0" cy="0"/>
        </a:xfrm>
      </p:grpSpPr>
      <p:sp>
        <p:nvSpPr>
          <p:cNvPr id="665" name="Google Shape;665;p11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15"/>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7" name="Google Shape;667;p115"/>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668" name="Shape 668"/>
        <p:cNvGrpSpPr/>
        <p:nvPr/>
      </p:nvGrpSpPr>
      <p:grpSpPr>
        <a:xfrm>
          <a:off x="0" y="0"/>
          <a:ext cx="0" cy="0"/>
          <a:chOff x="0" y="0"/>
          <a:chExt cx="0" cy="0"/>
        </a:xfrm>
      </p:grpSpPr>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69" name="Shape 669"/>
        <p:cNvGrpSpPr/>
        <p:nvPr/>
      </p:nvGrpSpPr>
      <p:grpSpPr>
        <a:xfrm>
          <a:off x="0" y="0"/>
          <a:ext cx="0" cy="0"/>
          <a:chOff x="0" y="0"/>
          <a:chExt cx="0" cy="0"/>
        </a:xfrm>
      </p:grpSpPr>
      <p:sp>
        <p:nvSpPr>
          <p:cNvPr id="670" name="Google Shape;670;p11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17"/>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2" name="Google Shape;672;p117"/>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3" name="Google Shape;673;p117"/>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4" name="Google Shape;674;p117"/>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5" name="Google Shape;675;p117"/>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6" name="Google Shape;676;p117"/>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7" name="Google Shape;677;p117"/>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78" name="Google Shape;678;p117"/>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79" name="Google Shape;679;p117"/>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0" name="Google Shape;680;p117"/>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1" name="Google Shape;681;p117"/>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2" name="Google Shape;682;p117"/>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3" name="Google Shape;683;p117"/>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684" name="Shape 684"/>
        <p:cNvGrpSpPr/>
        <p:nvPr/>
      </p:nvGrpSpPr>
      <p:grpSpPr>
        <a:xfrm>
          <a:off x="0" y="0"/>
          <a:ext cx="0" cy="0"/>
          <a:chOff x="0" y="0"/>
          <a:chExt cx="0" cy="0"/>
        </a:xfrm>
      </p:grpSpPr>
      <p:sp>
        <p:nvSpPr>
          <p:cNvPr id="685" name="Google Shape;685;p11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18"/>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87" name="Google Shape;687;p118"/>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88" name="Google Shape;688;p118"/>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689" name="Shape 689"/>
        <p:cNvGrpSpPr/>
        <p:nvPr/>
      </p:nvGrpSpPr>
      <p:grpSpPr>
        <a:xfrm>
          <a:off x="0" y="0"/>
          <a:ext cx="0" cy="0"/>
          <a:chOff x="0" y="0"/>
          <a:chExt cx="0" cy="0"/>
        </a:xfrm>
      </p:grpSpPr>
      <p:sp>
        <p:nvSpPr>
          <p:cNvPr id="690" name="Google Shape;690;p11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19"/>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92" name="Google Shape;692;p119"/>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693" name="Google Shape;693;p119"/>
          <p:cNvSpPr/>
          <p:nvPr>
            <p:ph idx="2" type="pic"/>
          </p:nvPr>
        </p:nvSpPr>
        <p:spPr>
          <a:xfrm>
            <a:off x="838200" y="659250"/>
            <a:ext cx="1982400" cy="3825000"/>
          </a:xfrm>
          <a:prstGeom prst="roundRect">
            <a:avLst>
              <a:gd fmla="val 16667" name="adj"/>
            </a:avLst>
          </a:prstGeom>
          <a:noFill/>
          <a:ln>
            <a:noFill/>
          </a:ln>
        </p:spPr>
      </p:sp>
      <p:sp>
        <p:nvSpPr>
          <p:cNvPr id="694" name="Google Shape;694;p119"/>
          <p:cNvSpPr/>
          <p:nvPr>
            <p:ph idx="3" type="pic"/>
          </p:nvPr>
        </p:nvSpPr>
        <p:spPr>
          <a:xfrm>
            <a:off x="2949268" y="662103"/>
            <a:ext cx="1942800" cy="1843800"/>
          </a:xfrm>
          <a:prstGeom prst="roundRect">
            <a:avLst>
              <a:gd fmla="val 16667" name="adj"/>
            </a:avLst>
          </a:prstGeom>
          <a:noFill/>
          <a:ln>
            <a:noFill/>
          </a:ln>
        </p:spPr>
      </p:sp>
      <p:sp>
        <p:nvSpPr>
          <p:cNvPr id="695" name="Google Shape;695;p119"/>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696" name="Shape 696"/>
        <p:cNvGrpSpPr/>
        <p:nvPr/>
      </p:nvGrpSpPr>
      <p:grpSpPr>
        <a:xfrm>
          <a:off x="0" y="0"/>
          <a:ext cx="0" cy="0"/>
          <a:chOff x="0" y="0"/>
          <a:chExt cx="0" cy="0"/>
        </a:xfrm>
      </p:grpSpPr>
      <p:sp>
        <p:nvSpPr>
          <p:cNvPr id="697" name="Google Shape;697;p12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20"/>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99" name="Google Shape;699;p120"/>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700" name="Shape 700"/>
        <p:cNvGrpSpPr/>
        <p:nvPr/>
      </p:nvGrpSpPr>
      <p:grpSpPr>
        <a:xfrm>
          <a:off x="0" y="0"/>
          <a:ext cx="0" cy="0"/>
          <a:chOff x="0" y="0"/>
          <a:chExt cx="0" cy="0"/>
        </a:xfrm>
      </p:grpSpPr>
      <p:sp>
        <p:nvSpPr>
          <p:cNvPr id="701" name="Google Shape;701;p12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21"/>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03" name="Shape 703"/>
        <p:cNvGrpSpPr/>
        <p:nvPr/>
      </p:nvGrpSpPr>
      <p:grpSpPr>
        <a:xfrm>
          <a:off x="0" y="0"/>
          <a:ext cx="0" cy="0"/>
          <a:chOff x="0" y="0"/>
          <a:chExt cx="0" cy="0"/>
        </a:xfrm>
      </p:grpSpPr>
      <p:sp>
        <p:nvSpPr>
          <p:cNvPr id="704" name="Google Shape;704;p12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22"/>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06" name="Google Shape;706;p122"/>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07" name="Google Shape;707;p122"/>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08" name="Google Shape;708;p122"/>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09" name="Google Shape;709;p122"/>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0" name="Google Shape;710;p122"/>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1" name="Google Shape;711;p1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12" name="Shape 712"/>
        <p:cNvGrpSpPr/>
        <p:nvPr/>
      </p:nvGrpSpPr>
      <p:grpSpPr>
        <a:xfrm>
          <a:off x="0" y="0"/>
          <a:ext cx="0" cy="0"/>
          <a:chOff x="0" y="0"/>
          <a:chExt cx="0" cy="0"/>
        </a:xfrm>
      </p:grpSpPr>
      <p:sp>
        <p:nvSpPr>
          <p:cNvPr id="713" name="Google Shape;713;p12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23"/>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15" name="Google Shape;715;p123"/>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16" name="Google Shape;716;p123"/>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17" name="Google Shape;717;p123"/>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18" name="Google Shape;718;p123"/>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9" name="Google Shape;719;p123"/>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0" name="Google Shape;720;p123"/>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1" name="Google Shape;721;p123"/>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2" name="Google Shape;722;p1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23" name="Shape 723"/>
        <p:cNvGrpSpPr/>
        <p:nvPr/>
      </p:nvGrpSpPr>
      <p:grpSpPr>
        <a:xfrm>
          <a:off x="0" y="0"/>
          <a:ext cx="0" cy="0"/>
          <a:chOff x="0" y="0"/>
          <a:chExt cx="0" cy="0"/>
        </a:xfrm>
      </p:grpSpPr>
      <p:sp>
        <p:nvSpPr>
          <p:cNvPr id="724" name="Google Shape;724;p12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24"/>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26" name="Google Shape;726;p124"/>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27" name="Google Shape;727;p124"/>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28" name="Google Shape;728;p124"/>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29" name="Google Shape;729;p124"/>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30" name="Google Shape;730;p124"/>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31" name="Google Shape;731;p124"/>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2" name="Google Shape;732;p124"/>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3" name="Google Shape;733;p124"/>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4" name="Google Shape;734;p124"/>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5" name="Google Shape;735;p124"/>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6" name="Google Shape;736;p124"/>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37" name="Google Shape;737;p1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38" name="Shape 738"/>
        <p:cNvGrpSpPr/>
        <p:nvPr/>
      </p:nvGrpSpPr>
      <p:grpSpPr>
        <a:xfrm>
          <a:off x="0" y="0"/>
          <a:ext cx="0" cy="0"/>
          <a:chOff x="0" y="0"/>
          <a:chExt cx="0" cy="0"/>
        </a:xfrm>
      </p:grpSpPr>
      <p:sp>
        <p:nvSpPr>
          <p:cNvPr id="739" name="Google Shape;739;p12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25"/>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41" name="Google Shape;741;p125"/>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42" name="Google Shape;742;p125"/>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43" name="Shape 743"/>
        <p:cNvGrpSpPr/>
        <p:nvPr/>
      </p:nvGrpSpPr>
      <p:grpSpPr>
        <a:xfrm>
          <a:off x="0" y="0"/>
          <a:ext cx="0" cy="0"/>
          <a:chOff x="0" y="0"/>
          <a:chExt cx="0" cy="0"/>
        </a:xfrm>
      </p:grpSpPr>
      <p:pic>
        <p:nvPicPr>
          <p:cNvPr id="744" name="Google Shape;744;p1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745" name="Google Shape;745;p12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46" name="Shape 746"/>
        <p:cNvGrpSpPr/>
        <p:nvPr/>
      </p:nvGrpSpPr>
      <p:grpSpPr>
        <a:xfrm>
          <a:off x="0" y="0"/>
          <a:ext cx="0" cy="0"/>
          <a:chOff x="0" y="0"/>
          <a:chExt cx="0" cy="0"/>
        </a:xfrm>
      </p:grpSpPr>
      <p:pic>
        <p:nvPicPr>
          <p:cNvPr id="747" name="Google Shape;747;p1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748" name="Google Shape;748;p12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52" name="Shape 752"/>
        <p:cNvGrpSpPr/>
        <p:nvPr/>
      </p:nvGrpSpPr>
      <p:grpSpPr>
        <a:xfrm>
          <a:off x="0" y="0"/>
          <a:ext cx="0" cy="0"/>
          <a:chOff x="0" y="0"/>
          <a:chExt cx="0" cy="0"/>
        </a:xfrm>
      </p:grpSpPr>
      <p:sp>
        <p:nvSpPr>
          <p:cNvPr id="753" name="Google Shape;753;p12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29"/>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55" name="Google Shape;755;p129"/>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6" name="Shape 756"/>
        <p:cNvGrpSpPr/>
        <p:nvPr/>
      </p:nvGrpSpPr>
      <p:grpSpPr>
        <a:xfrm>
          <a:off x="0" y="0"/>
          <a:ext cx="0" cy="0"/>
          <a:chOff x="0" y="0"/>
          <a:chExt cx="0" cy="0"/>
        </a:xfrm>
      </p:grpSpPr>
      <p:sp>
        <p:nvSpPr>
          <p:cNvPr id="757" name="Google Shape;757;p13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0"/>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59" name="Google Shape;759;p130"/>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0" name="Shape 760"/>
        <p:cNvGrpSpPr/>
        <p:nvPr/>
      </p:nvGrpSpPr>
      <p:grpSpPr>
        <a:xfrm>
          <a:off x="0" y="0"/>
          <a:ext cx="0" cy="0"/>
          <a:chOff x="0" y="0"/>
          <a:chExt cx="0" cy="0"/>
        </a:xfrm>
      </p:grpSpPr>
      <p:sp>
        <p:nvSpPr>
          <p:cNvPr id="761" name="Google Shape;761;p13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31"/>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763" name="Google Shape;763;p13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4" name="Shape 764"/>
        <p:cNvGrpSpPr/>
        <p:nvPr/>
      </p:nvGrpSpPr>
      <p:grpSpPr>
        <a:xfrm>
          <a:off x="0" y="0"/>
          <a:ext cx="0" cy="0"/>
          <a:chOff x="0" y="0"/>
          <a:chExt cx="0" cy="0"/>
        </a:xfrm>
      </p:grpSpPr>
      <p:sp>
        <p:nvSpPr>
          <p:cNvPr id="765" name="Google Shape;765;p13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32"/>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67" name="Google Shape;767;p132"/>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68" name="Google Shape;768;p132"/>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9" name="Google Shape;769;p132"/>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70" name="Google Shape;770;p13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1" name="Shape 771"/>
        <p:cNvGrpSpPr/>
        <p:nvPr/>
      </p:nvGrpSpPr>
      <p:grpSpPr>
        <a:xfrm>
          <a:off x="0" y="0"/>
          <a:ext cx="0" cy="0"/>
          <a:chOff x="0" y="0"/>
          <a:chExt cx="0" cy="0"/>
        </a:xfrm>
      </p:grpSpPr>
      <p:sp>
        <p:nvSpPr>
          <p:cNvPr id="772" name="Google Shape;772;p13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3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4" name="Shape 774"/>
        <p:cNvGrpSpPr/>
        <p:nvPr/>
      </p:nvGrpSpPr>
      <p:grpSpPr>
        <a:xfrm>
          <a:off x="0" y="0"/>
          <a:ext cx="0" cy="0"/>
          <a:chOff x="0" y="0"/>
          <a:chExt cx="0" cy="0"/>
        </a:xfrm>
      </p:grpSpPr>
      <p:sp>
        <p:nvSpPr>
          <p:cNvPr id="775" name="Google Shape;775;p13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34"/>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777" name="Google Shape;777;p134"/>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778" name="Google Shape;778;p134"/>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9" name="Shape 779"/>
        <p:cNvGrpSpPr/>
        <p:nvPr/>
      </p:nvGrpSpPr>
      <p:grpSpPr>
        <a:xfrm>
          <a:off x="0" y="0"/>
          <a:ext cx="0" cy="0"/>
          <a:chOff x="0" y="0"/>
          <a:chExt cx="0" cy="0"/>
        </a:xfrm>
      </p:grpSpPr>
      <p:sp>
        <p:nvSpPr>
          <p:cNvPr id="780" name="Google Shape;780;p13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35"/>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2" name="Shape 782"/>
        <p:cNvGrpSpPr/>
        <p:nvPr/>
      </p:nvGrpSpPr>
      <p:grpSpPr>
        <a:xfrm>
          <a:off x="0" y="0"/>
          <a:ext cx="0" cy="0"/>
          <a:chOff x="0" y="0"/>
          <a:chExt cx="0" cy="0"/>
        </a:xfrm>
      </p:grpSpPr>
      <p:sp>
        <p:nvSpPr>
          <p:cNvPr id="783" name="Google Shape;783;p13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36"/>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785" name="Google Shape;785;p136"/>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6" name="Shape 786"/>
        <p:cNvGrpSpPr/>
        <p:nvPr/>
      </p:nvGrpSpPr>
      <p:grpSpPr>
        <a:xfrm>
          <a:off x="0" y="0"/>
          <a:ext cx="0" cy="0"/>
          <a:chOff x="0" y="0"/>
          <a:chExt cx="0" cy="0"/>
        </a:xfrm>
      </p:grpSpPr>
      <p:sp>
        <p:nvSpPr>
          <p:cNvPr id="787" name="Google Shape;787;p137"/>
          <p:cNvSpPr/>
          <p:nvPr>
            <p:ph idx="2" type="pic"/>
          </p:nvPr>
        </p:nvSpPr>
        <p:spPr>
          <a:xfrm>
            <a:off x="-13275" y="-26550"/>
            <a:ext cx="9211800" cy="5229900"/>
          </a:xfrm>
          <a:prstGeom prst="rect">
            <a:avLst/>
          </a:prstGeom>
          <a:noFill/>
          <a:ln>
            <a:noFill/>
          </a:ln>
        </p:spPr>
      </p:sp>
      <p:sp>
        <p:nvSpPr>
          <p:cNvPr id="788" name="Google Shape;788;p137"/>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89" name="Shape 789"/>
        <p:cNvGrpSpPr/>
        <p:nvPr/>
      </p:nvGrpSpPr>
      <p:grpSpPr>
        <a:xfrm>
          <a:off x="0" y="0"/>
          <a:ext cx="0" cy="0"/>
          <a:chOff x="0" y="0"/>
          <a:chExt cx="0" cy="0"/>
        </a:xfrm>
      </p:grpSpPr>
      <p:sp>
        <p:nvSpPr>
          <p:cNvPr id="790" name="Google Shape;790;p13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38"/>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92" name="Google Shape;792;p138"/>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793" name="Shape 793"/>
        <p:cNvGrpSpPr/>
        <p:nvPr/>
      </p:nvGrpSpPr>
      <p:grpSpPr>
        <a:xfrm>
          <a:off x="0" y="0"/>
          <a:ext cx="0" cy="0"/>
          <a:chOff x="0" y="0"/>
          <a:chExt cx="0" cy="0"/>
        </a:xfrm>
      </p:grpSpPr>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94" name="Shape 794"/>
        <p:cNvGrpSpPr/>
        <p:nvPr/>
      </p:nvGrpSpPr>
      <p:grpSpPr>
        <a:xfrm>
          <a:off x="0" y="0"/>
          <a:ext cx="0" cy="0"/>
          <a:chOff x="0" y="0"/>
          <a:chExt cx="0" cy="0"/>
        </a:xfrm>
      </p:grpSpPr>
      <p:sp>
        <p:nvSpPr>
          <p:cNvPr id="795" name="Google Shape;795;p14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40"/>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7" name="Google Shape;797;p140"/>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8" name="Google Shape;798;p140"/>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9" name="Google Shape;799;p140"/>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00" name="Google Shape;800;p140"/>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01" name="Google Shape;801;p140"/>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02" name="Google Shape;802;p140"/>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3" name="Google Shape;803;p140"/>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4" name="Google Shape;804;p140"/>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5" name="Google Shape;805;p140"/>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6" name="Google Shape;806;p140"/>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7" name="Google Shape;807;p140"/>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8" name="Google Shape;808;p140"/>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809" name="Shape 809"/>
        <p:cNvGrpSpPr/>
        <p:nvPr/>
      </p:nvGrpSpPr>
      <p:grpSpPr>
        <a:xfrm>
          <a:off x="0" y="0"/>
          <a:ext cx="0" cy="0"/>
          <a:chOff x="0" y="0"/>
          <a:chExt cx="0" cy="0"/>
        </a:xfrm>
      </p:grpSpPr>
      <p:sp>
        <p:nvSpPr>
          <p:cNvPr id="810" name="Google Shape;810;p14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41"/>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12" name="Google Shape;812;p141"/>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13" name="Google Shape;813;p141"/>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814" name="Shape 814"/>
        <p:cNvGrpSpPr/>
        <p:nvPr/>
      </p:nvGrpSpPr>
      <p:grpSpPr>
        <a:xfrm>
          <a:off x="0" y="0"/>
          <a:ext cx="0" cy="0"/>
          <a:chOff x="0" y="0"/>
          <a:chExt cx="0" cy="0"/>
        </a:xfrm>
      </p:grpSpPr>
      <p:sp>
        <p:nvSpPr>
          <p:cNvPr id="815" name="Google Shape;815;p14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42"/>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17" name="Google Shape;817;p142"/>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18" name="Google Shape;818;p142"/>
          <p:cNvSpPr/>
          <p:nvPr>
            <p:ph idx="2" type="pic"/>
          </p:nvPr>
        </p:nvSpPr>
        <p:spPr>
          <a:xfrm>
            <a:off x="838200" y="659250"/>
            <a:ext cx="1982400" cy="3825000"/>
          </a:xfrm>
          <a:prstGeom prst="roundRect">
            <a:avLst>
              <a:gd fmla="val 16667" name="adj"/>
            </a:avLst>
          </a:prstGeom>
          <a:noFill/>
          <a:ln>
            <a:noFill/>
          </a:ln>
        </p:spPr>
      </p:sp>
      <p:sp>
        <p:nvSpPr>
          <p:cNvPr id="819" name="Google Shape;819;p142"/>
          <p:cNvSpPr/>
          <p:nvPr>
            <p:ph idx="3" type="pic"/>
          </p:nvPr>
        </p:nvSpPr>
        <p:spPr>
          <a:xfrm>
            <a:off x="2949268" y="662103"/>
            <a:ext cx="1942800" cy="1843800"/>
          </a:xfrm>
          <a:prstGeom prst="roundRect">
            <a:avLst>
              <a:gd fmla="val 16667" name="adj"/>
            </a:avLst>
          </a:prstGeom>
          <a:noFill/>
          <a:ln>
            <a:noFill/>
          </a:ln>
        </p:spPr>
      </p:sp>
      <p:sp>
        <p:nvSpPr>
          <p:cNvPr id="820" name="Google Shape;820;p142"/>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821" name="Shape 821"/>
        <p:cNvGrpSpPr/>
        <p:nvPr/>
      </p:nvGrpSpPr>
      <p:grpSpPr>
        <a:xfrm>
          <a:off x="0" y="0"/>
          <a:ext cx="0" cy="0"/>
          <a:chOff x="0" y="0"/>
          <a:chExt cx="0" cy="0"/>
        </a:xfrm>
      </p:grpSpPr>
      <p:sp>
        <p:nvSpPr>
          <p:cNvPr id="822" name="Google Shape;822;p14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43"/>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24" name="Google Shape;824;p143"/>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825" name="Shape 825"/>
        <p:cNvGrpSpPr/>
        <p:nvPr/>
      </p:nvGrpSpPr>
      <p:grpSpPr>
        <a:xfrm>
          <a:off x="0" y="0"/>
          <a:ext cx="0" cy="0"/>
          <a:chOff x="0" y="0"/>
          <a:chExt cx="0" cy="0"/>
        </a:xfrm>
      </p:grpSpPr>
      <p:sp>
        <p:nvSpPr>
          <p:cNvPr id="826" name="Google Shape;826;p14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44"/>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28" name="Shape 828"/>
        <p:cNvGrpSpPr/>
        <p:nvPr/>
      </p:nvGrpSpPr>
      <p:grpSpPr>
        <a:xfrm>
          <a:off x="0" y="0"/>
          <a:ext cx="0" cy="0"/>
          <a:chOff x="0" y="0"/>
          <a:chExt cx="0" cy="0"/>
        </a:xfrm>
      </p:grpSpPr>
      <p:sp>
        <p:nvSpPr>
          <p:cNvPr id="829" name="Google Shape;829;p14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45"/>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1" name="Google Shape;831;p145"/>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2" name="Google Shape;832;p145"/>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33" name="Google Shape;833;p145"/>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4" name="Google Shape;834;p145"/>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5" name="Google Shape;835;p145"/>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6" name="Google Shape;836;p14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37" name="Shape 837"/>
        <p:cNvGrpSpPr/>
        <p:nvPr/>
      </p:nvGrpSpPr>
      <p:grpSpPr>
        <a:xfrm>
          <a:off x="0" y="0"/>
          <a:ext cx="0" cy="0"/>
          <a:chOff x="0" y="0"/>
          <a:chExt cx="0" cy="0"/>
        </a:xfrm>
      </p:grpSpPr>
      <p:sp>
        <p:nvSpPr>
          <p:cNvPr id="838" name="Google Shape;838;p14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46"/>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40" name="Google Shape;840;p146"/>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41" name="Google Shape;841;p146"/>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42" name="Google Shape;842;p146"/>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43" name="Google Shape;843;p146"/>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4" name="Google Shape;844;p146"/>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5" name="Google Shape;845;p146"/>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6" name="Google Shape;846;p146"/>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7" name="Google Shape;847;p14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48" name="Shape 848"/>
        <p:cNvGrpSpPr/>
        <p:nvPr/>
      </p:nvGrpSpPr>
      <p:grpSpPr>
        <a:xfrm>
          <a:off x="0" y="0"/>
          <a:ext cx="0" cy="0"/>
          <a:chOff x="0" y="0"/>
          <a:chExt cx="0" cy="0"/>
        </a:xfrm>
      </p:grpSpPr>
      <p:sp>
        <p:nvSpPr>
          <p:cNvPr id="849" name="Google Shape;849;p14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47"/>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1" name="Google Shape;851;p147"/>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2" name="Google Shape;852;p147"/>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3" name="Google Shape;853;p147"/>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4" name="Google Shape;854;p147"/>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5" name="Google Shape;855;p147"/>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56" name="Google Shape;856;p147"/>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7" name="Google Shape;857;p147"/>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 name="Google Shape;858;p147"/>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9" name="Google Shape;859;p147"/>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0" name="Google Shape;860;p147"/>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1" name="Google Shape;861;p147"/>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2" name="Google Shape;862;p14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63" name="Shape 863"/>
        <p:cNvGrpSpPr/>
        <p:nvPr/>
      </p:nvGrpSpPr>
      <p:grpSpPr>
        <a:xfrm>
          <a:off x="0" y="0"/>
          <a:ext cx="0" cy="0"/>
          <a:chOff x="0" y="0"/>
          <a:chExt cx="0" cy="0"/>
        </a:xfrm>
      </p:grpSpPr>
      <p:sp>
        <p:nvSpPr>
          <p:cNvPr id="864" name="Google Shape;864;p14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48"/>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66" name="Google Shape;866;p148"/>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67" name="Google Shape;867;p148"/>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68" name="Shape 868"/>
        <p:cNvGrpSpPr/>
        <p:nvPr/>
      </p:nvGrpSpPr>
      <p:grpSpPr>
        <a:xfrm>
          <a:off x="0" y="0"/>
          <a:ext cx="0" cy="0"/>
          <a:chOff x="0" y="0"/>
          <a:chExt cx="0" cy="0"/>
        </a:xfrm>
      </p:grpSpPr>
      <p:pic>
        <p:nvPicPr>
          <p:cNvPr id="869" name="Google Shape;869;p149"/>
          <p:cNvPicPr preferRelativeResize="0"/>
          <p:nvPr/>
        </p:nvPicPr>
        <p:blipFill>
          <a:blip r:embed="rId2">
            <a:alphaModFix/>
          </a:blip>
          <a:stretch>
            <a:fillRect/>
          </a:stretch>
        </p:blipFill>
        <p:spPr>
          <a:xfrm>
            <a:off x="0" y="0"/>
            <a:ext cx="9144000" cy="5143500"/>
          </a:xfrm>
          <a:prstGeom prst="rect">
            <a:avLst/>
          </a:prstGeom>
          <a:noFill/>
          <a:ln>
            <a:noFill/>
          </a:ln>
        </p:spPr>
      </p:pic>
      <p:sp>
        <p:nvSpPr>
          <p:cNvPr id="870" name="Google Shape;870;p14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71" name="Shape 871"/>
        <p:cNvGrpSpPr/>
        <p:nvPr/>
      </p:nvGrpSpPr>
      <p:grpSpPr>
        <a:xfrm>
          <a:off x="0" y="0"/>
          <a:ext cx="0" cy="0"/>
          <a:chOff x="0" y="0"/>
          <a:chExt cx="0" cy="0"/>
        </a:xfrm>
      </p:grpSpPr>
      <p:pic>
        <p:nvPicPr>
          <p:cNvPr id="872" name="Google Shape;872;p150"/>
          <p:cNvPicPr preferRelativeResize="0"/>
          <p:nvPr/>
        </p:nvPicPr>
        <p:blipFill>
          <a:blip r:embed="rId2">
            <a:alphaModFix/>
          </a:blip>
          <a:stretch>
            <a:fillRect/>
          </a:stretch>
        </p:blipFill>
        <p:spPr>
          <a:xfrm>
            <a:off x="0" y="0"/>
            <a:ext cx="9144000" cy="5143500"/>
          </a:xfrm>
          <a:prstGeom prst="rect">
            <a:avLst/>
          </a:prstGeom>
          <a:noFill/>
          <a:ln>
            <a:noFill/>
          </a:ln>
        </p:spPr>
      </p:pic>
      <p:sp>
        <p:nvSpPr>
          <p:cNvPr id="873" name="Google Shape;873;p15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7" name="Shape 877"/>
        <p:cNvGrpSpPr/>
        <p:nvPr/>
      </p:nvGrpSpPr>
      <p:grpSpPr>
        <a:xfrm>
          <a:off x="0" y="0"/>
          <a:ext cx="0" cy="0"/>
          <a:chOff x="0" y="0"/>
          <a:chExt cx="0" cy="0"/>
        </a:xfrm>
      </p:grpSpPr>
      <p:sp>
        <p:nvSpPr>
          <p:cNvPr id="878" name="Google Shape;878;p15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52"/>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80" name="Google Shape;880;p152"/>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81" name="Shape 881"/>
        <p:cNvGrpSpPr/>
        <p:nvPr/>
      </p:nvGrpSpPr>
      <p:grpSpPr>
        <a:xfrm>
          <a:off x="0" y="0"/>
          <a:ext cx="0" cy="0"/>
          <a:chOff x="0" y="0"/>
          <a:chExt cx="0" cy="0"/>
        </a:xfrm>
      </p:grpSpPr>
      <p:sp>
        <p:nvSpPr>
          <p:cNvPr id="882" name="Google Shape;882;p15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53"/>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84" name="Google Shape;884;p153"/>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5" name="Shape 885"/>
        <p:cNvGrpSpPr/>
        <p:nvPr/>
      </p:nvGrpSpPr>
      <p:grpSpPr>
        <a:xfrm>
          <a:off x="0" y="0"/>
          <a:ext cx="0" cy="0"/>
          <a:chOff x="0" y="0"/>
          <a:chExt cx="0" cy="0"/>
        </a:xfrm>
      </p:grpSpPr>
      <p:sp>
        <p:nvSpPr>
          <p:cNvPr id="886" name="Google Shape;886;p15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54"/>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888" name="Google Shape;888;p15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89" name="Shape 889"/>
        <p:cNvGrpSpPr/>
        <p:nvPr/>
      </p:nvGrpSpPr>
      <p:grpSpPr>
        <a:xfrm>
          <a:off x="0" y="0"/>
          <a:ext cx="0" cy="0"/>
          <a:chOff x="0" y="0"/>
          <a:chExt cx="0" cy="0"/>
        </a:xfrm>
      </p:grpSpPr>
      <p:sp>
        <p:nvSpPr>
          <p:cNvPr id="890" name="Google Shape;890;p15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55"/>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92" name="Google Shape;892;p155"/>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93" name="Google Shape;893;p155"/>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94" name="Google Shape;894;p155"/>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95" name="Google Shape;895;p15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96" name="Shape 896"/>
        <p:cNvGrpSpPr/>
        <p:nvPr/>
      </p:nvGrpSpPr>
      <p:grpSpPr>
        <a:xfrm>
          <a:off x="0" y="0"/>
          <a:ext cx="0" cy="0"/>
          <a:chOff x="0" y="0"/>
          <a:chExt cx="0" cy="0"/>
        </a:xfrm>
      </p:grpSpPr>
      <p:sp>
        <p:nvSpPr>
          <p:cNvPr id="897" name="Google Shape;897;p15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5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9" name="Shape 899"/>
        <p:cNvGrpSpPr/>
        <p:nvPr/>
      </p:nvGrpSpPr>
      <p:grpSpPr>
        <a:xfrm>
          <a:off x="0" y="0"/>
          <a:ext cx="0" cy="0"/>
          <a:chOff x="0" y="0"/>
          <a:chExt cx="0" cy="0"/>
        </a:xfrm>
      </p:grpSpPr>
      <p:sp>
        <p:nvSpPr>
          <p:cNvPr id="900" name="Google Shape;900;p15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57"/>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902" name="Google Shape;902;p157"/>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903" name="Google Shape;903;p157"/>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4" name="Shape 904"/>
        <p:cNvGrpSpPr/>
        <p:nvPr/>
      </p:nvGrpSpPr>
      <p:grpSpPr>
        <a:xfrm>
          <a:off x="0" y="0"/>
          <a:ext cx="0" cy="0"/>
          <a:chOff x="0" y="0"/>
          <a:chExt cx="0" cy="0"/>
        </a:xfrm>
      </p:grpSpPr>
      <p:sp>
        <p:nvSpPr>
          <p:cNvPr id="905" name="Google Shape;905;p15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5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7" name="Shape 907"/>
        <p:cNvGrpSpPr/>
        <p:nvPr/>
      </p:nvGrpSpPr>
      <p:grpSpPr>
        <a:xfrm>
          <a:off x="0" y="0"/>
          <a:ext cx="0" cy="0"/>
          <a:chOff x="0" y="0"/>
          <a:chExt cx="0" cy="0"/>
        </a:xfrm>
      </p:grpSpPr>
      <p:sp>
        <p:nvSpPr>
          <p:cNvPr id="908" name="Google Shape;908;p15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5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910" name="Google Shape;910;p15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1" name="Shape 911"/>
        <p:cNvGrpSpPr/>
        <p:nvPr/>
      </p:nvGrpSpPr>
      <p:grpSpPr>
        <a:xfrm>
          <a:off x="0" y="0"/>
          <a:ext cx="0" cy="0"/>
          <a:chOff x="0" y="0"/>
          <a:chExt cx="0" cy="0"/>
        </a:xfrm>
      </p:grpSpPr>
      <p:sp>
        <p:nvSpPr>
          <p:cNvPr id="912" name="Google Shape;912;p160"/>
          <p:cNvSpPr/>
          <p:nvPr>
            <p:ph idx="2" type="pic"/>
          </p:nvPr>
        </p:nvSpPr>
        <p:spPr>
          <a:xfrm>
            <a:off x="-13275" y="-26550"/>
            <a:ext cx="9211800" cy="5229900"/>
          </a:xfrm>
          <a:prstGeom prst="rect">
            <a:avLst/>
          </a:prstGeom>
          <a:noFill/>
          <a:ln>
            <a:noFill/>
          </a:ln>
        </p:spPr>
      </p:sp>
      <p:sp>
        <p:nvSpPr>
          <p:cNvPr id="913" name="Google Shape;913;p160"/>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4" name="Shape 914"/>
        <p:cNvGrpSpPr/>
        <p:nvPr/>
      </p:nvGrpSpPr>
      <p:grpSpPr>
        <a:xfrm>
          <a:off x="0" y="0"/>
          <a:ext cx="0" cy="0"/>
          <a:chOff x="0" y="0"/>
          <a:chExt cx="0" cy="0"/>
        </a:xfrm>
      </p:grpSpPr>
      <p:sp>
        <p:nvSpPr>
          <p:cNvPr id="915" name="Google Shape;915;p16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1"/>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7" name="Google Shape;917;p161"/>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918" name="Shape 918"/>
        <p:cNvGrpSpPr/>
        <p:nvPr/>
      </p:nvGrpSpPr>
      <p:grpSpPr>
        <a:xfrm>
          <a:off x="0" y="0"/>
          <a:ext cx="0" cy="0"/>
          <a:chOff x="0" y="0"/>
          <a:chExt cx="0" cy="0"/>
        </a:xfrm>
      </p:grpSpPr>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19" name="Shape 919"/>
        <p:cNvGrpSpPr/>
        <p:nvPr/>
      </p:nvGrpSpPr>
      <p:grpSpPr>
        <a:xfrm>
          <a:off x="0" y="0"/>
          <a:ext cx="0" cy="0"/>
          <a:chOff x="0" y="0"/>
          <a:chExt cx="0" cy="0"/>
        </a:xfrm>
      </p:grpSpPr>
      <p:sp>
        <p:nvSpPr>
          <p:cNvPr id="920" name="Google Shape;920;p16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63"/>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2" name="Google Shape;922;p163"/>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3" name="Google Shape;923;p163"/>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4" name="Google Shape;924;p163"/>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5" name="Google Shape;925;p163"/>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6" name="Google Shape;926;p163"/>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7" name="Google Shape;927;p163"/>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8" name="Google Shape;928;p163"/>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9" name="Google Shape;929;p163"/>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30" name="Google Shape;930;p163"/>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31" name="Google Shape;931;p163"/>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32" name="Google Shape;932;p163"/>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33" name="Google Shape;933;p163"/>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934" name="Shape 934"/>
        <p:cNvGrpSpPr/>
        <p:nvPr/>
      </p:nvGrpSpPr>
      <p:grpSpPr>
        <a:xfrm>
          <a:off x="0" y="0"/>
          <a:ext cx="0" cy="0"/>
          <a:chOff x="0" y="0"/>
          <a:chExt cx="0" cy="0"/>
        </a:xfrm>
      </p:grpSpPr>
      <p:sp>
        <p:nvSpPr>
          <p:cNvPr id="935" name="Google Shape;935;p16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64"/>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7" name="Google Shape;937;p164"/>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38" name="Google Shape;938;p164"/>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939" name="Shape 939"/>
        <p:cNvGrpSpPr/>
        <p:nvPr/>
      </p:nvGrpSpPr>
      <p:grpSpPr>
        <a:xfrm>
          <a:off x="0" y="0"/>
          <a:ext cx="0" cy="0"/>
          <a:chOff x="0" y="0"/>
          <a:chExt cx="0" cy="0"/>
        </a:xfrm>
      </p:grpSpPr>
      <p:sp>
        <p:nvSpPr>
          <p:cNvPr id="940" name="Google Shape;940;p16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65"/>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42" name="Google Shape;942;p165"/>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43" name="Google Shape;943;p165"/>
          <p:cNvSpPr/>
          <p:nvPr>
            <p:ph idx="2" type="pic"/>
          </p:nvPr>
        </p:nvSpPr>
        <p:spPr>
          <a:xfrm>
            <a:off x="838200" y="659250"/>
            <a:ext cx="1982400" cy="3825000"/>
          </a:xfrm>
          <a:prstGeom prst="roundRect">
            <a:avLst>
              <a:gd fmla="val 16667" name="adj"/>
            </a:avLst>
          </a:prstGeom>
          <a:noFill/>
          <a:ln>
            <a:noFill/>
          </a:ln>
        </p:spPr>
      </p:sp>
      <p:sp>
        <p:nvSpPr>
          <p:cNvPr id="944" name="Google Shape;944;p165"/>
          <p:cNvSpPr/>
          <p:nvPr>
            <p:ph idx="3" type="pic"/>
          </p:nvPr>
        </p:nvSpPr>
        <p:spPr>
          <a:xfrm>
            <a:off x="2949268" y="662103"/>
            <a:ext cx="1942800" cy="1843800"/>
          </a:xfrm>
          <a:prstGeom prst="roundRect">
            <a:avLst>
              <a:gd fmla="val 16667" name="adj"/>
            </a:avLst>
          </a:prstGeom>
          <a:noFill/>
          <a:ln>
            <a:noFill/>
          </a:ln>
        </p:spPr>
      </p:sp>
      <p:sp>
        <p:nvSpPr>
          <p:cNvPr id="945" name="Google Shape;945;p165"/>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946" name="Shape 946"/>
        <p:cNvGrpSpPr/>
        <p:nvPr/>
      </p:nvGrpSpPr>
      <p:grpSpPr>
        <a:xfrm>
          <a:off x="0" y="0"/>
          <a:ext cx="0" cy="0"/>
          <a:chOff x="0" y="0"/>
          <a:chExt cx="0" cy="0"/>
        </a:xfrm>
      </p:grpSpPr>
      <p:sp>
        <p:nvSpPr>
          <p:cNvPr id="947" name="Google Shape;947;p16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66"/>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49" name="Google Shape;949;p166"/>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950" name="Shape 950"/>
        <p:cNvGrpSpPr/>
        <p:nvPr/>
      </p:nvGrpSpPr>
      <p:grpSpPr>
        <a:xfrm>
          <a:off x="0" y="0"/>
          <a:ext cx="0" cy="0"/>
          <a:chOff x="0" y="0"/>
          <a:chExt cx="0" cy="0"/>
        </a:xfrm>
      </p:grpSpPr>
      <p:sp>
        <p:nvSpPr>
          <p:cNvPr id="951" name="Google Shape;951;p16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67"/>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53" name="Shape 953"/>
        <p:cNvGrpSpPr/>
        <p:nvPr/>
      </p:nvGrpSpPr>
      <p:grpSpPr>
        <a:xfrm>
          <a:off x="0" y="0"/>
          <a:ext cx="0" cy="0"/>
          <a:chOff x="0" y="0"/>
          <a:chExt cx="0" cy="0"/>
        </a:xfrm>
      </p:grpSpPr>
      <p:sp>
        <p:nvSpPr>
          <p:cNvPr id="954" name="Google Shape;954;p16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68"/>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56" name="Google Shape;956;p168"/>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57" name="Google Shape;957;p168"/>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58" name="Google Shape;958;p168"/>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59" name="Google Shape;959;p168"/>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60" name="Google Shape;960;p168"/>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61" name="Google Shape;961;p16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62" name="Shape 962"/>
        <p:cNvGrpSpPr/>
        <p:nvPr/>
      </p:nvGrpSpPr>
      <p:grpSpPr>
        <a:xfrm>
          <a:off x="0" y="0"/>
          <a:ext cx="0" cy="0"/>
          <a:chOff x="0" y="0"/>
          <a:chExt cx="0" cy="0"/>
        </a:xfrm>
      </p:grpSpPr>
      <p:sp>
        <p:nvSpPr>
          <p:cNvPr id="963" name="Google Shape;963;p16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69"/>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5" name="Google Shape;965;p169"/>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6" name="Google Shape;966;p169"/>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7" name="Google Shape;967;p169"/>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68" name="Google Shape;968;p169"/>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69" name="Google Shape;969;p169"/>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70" name="Google Shape;970;p169"/>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71" name="Google Shape;971;p169"/>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72" name="Google Shape;972;p16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73" name="Shape 973"/>
        <p:cNvGrpSpPr/>
        <p:nvPr/>
      </p:nvGrpSpPr>
      <p:grpSpPr>
        <a:xfrm>
          <a:off x="0" y="0"/>
          <a:ext cx="0" cy="0"/>
          <a:chOff x="0" y="0"/>
          <a:chExt cx="0" cy="0"/>
        </a:xfrm>
      </p:grpSpPr>
      <p:sp>
        <p:nvSpPr>
          <p:cNvPr id="974" name="Google Shape;974;p17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70"/>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6" name="Google Shape;976;p170"/>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7" name="Google Shape;977;p170"/>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8" name="Google Shape;978;p170"/>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79" name="Google Shape;979;p170"/>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80" name="Google Shape;980;p170"/>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81" name="Google Shape;981;p170"/>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2" name="Google Shape;982;p170"/>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3" name="Google Shape;983;p170"/>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4" name="Google Shape;984;p170"/>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5" name="Google Shape;985;p170"/>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6" name="Google Shape;986;p170"/>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87" name="Google Shape;987;p17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88" name="Shape 988"/>
        <p:cNvGrpSpPr/>
        <p:nvPr/>
      </p:nvGrpSpPr>
      <p:grpSpPr>
        <a:xfrm>
          <a:off x="0" y="0"/>
          <a:ext cx="0" cy="0"/>
          <a:chOff x="0" y="0"/>
          <a:chExt cx="0" cy="0"/>
        </a:xfrm>
      </p:grpSpPr>
      <p:sp>
        <p:nvSpPr>
          <p:cNvPr id="989" name="Google Shape;989;p17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71"/>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91" name="Google Shape;991;p171"/>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992" name="Google Shape;992;p171"/>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93" name="Shape 993"/>
        <p:cNvGrpSpPr/>
        <p:nvPr/>
      </p:nvGrpSpPr>
      <p:grpSpPr>
        <a:xfrm>
          <a:off x="0" y="0"/>
          <a:ext cx="0" cy="0"/>
          <a:chOff x="0" y="0"/>
          <a:chExt cx="0" cy="0"/>
        </a:xfrm>
      </p:grpSpPr>
      <p:pic>
        <p:nvPicPr>
          <p:cNvPr id="994" name="Google Shape;994;p172"/>
          <p:cNvPicPr preferRelativeResize="0"/>
          <p:nvPr/>
        </p:nvPicPr>
        <p:blipFill>
          <a:blip r:embed="rId2">
            <a:alphaModFix/>
          </a:blip>
          <a:stretch>
            <a:fillRect/>
          </a:stretch>
        </p:blipFill>
        <p:spPr>
          <a:xfrm>
            <a:off x="0" y="0"/>
            <a:ext cx="9144000" cy="5143500"/>
          </a:xfrm>
          <a:prstGeom prst="rect">
            <a:avLst/>
          </a:prstGeom>
          <a:noFill/>
          <a:ln>
            <a:noFill/>
          </a:ln>
        </p:spPr>
      </p:pic>
      <p:sp>
        <p:nvSpPr>
          <p:cNvPr id="995" name="Google Shape;995;p17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96" name="Shape 996"/>
        <p:cNvGrpSpPr/>
        <p:nvPr/>
      </p:nvGrpSpPr>
      <p:grpSpPr>
        <a:xfrm>
          <a:off x="0" y="0"/>
          <a:ext cx="0" cy="0"/>
          <a:chOff x="0" y="0"/>
          <a:chExt cx="0" cy="0"/>
        </a:xfrm>
      </p:grpSpPr>
      <p:pic>
        <p:nvPicPr>
          <p:cNvPr id="997" name="Google Shape;997;p173"/>
          <p:cNvPicPr preferRelativeResize="0"/>
          <p:nvPr/>
        </p:nvPicPr>
        <p:blipFill>
          <a:blip r:embed="rId2">
            <a:alphaModFix/>
          </a:blip>
          <a:stretch>
            <a:fillRect/>
          </a:stretch>
        </p:blipFill>
        <p:spPr>
          <a:xfrm>
            <a:off x="0" y="0"/>
            <a:ext cx="9144000" cy="5143500"/>
          </a:xfrm>
          <a:prstGeom prst="rect">
            <a:avLst/>
          </a:prstGeom>
          <a:noFill/>
          <a:ln>
            <a:noFill/>
          </a:ln>
        </p:spPr>
      </p:pic>
      <p:sp>
        <p:nvSpPr>
          <p:cNvPr id="998" name="Google Shape;998;p17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2" name="Shape 1002"/>
        <p:cNvGrpSpPr/>
        <p:nvPr/>
      </p:nvGrpSpPr>
      <p:grpSpPr>
        <a:xfrm>
          <a:off x="0" y="0"/>
          <a:ext cx="0" cy="0"/>
          <a:chOff x="0" y="0"/>
          <a:chExt cx="0" cy="0"/>
        </a:xfrm>
      </p:grpSpPr>
      <p:sp>
        <p:nvSpPr>
          <p:cNvPr id="1003" name="Google Shape;1003;p17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75"/>
          <p:cNvSpPr txBox="1"/>
          <p:nvPr>
            <p:ph type="ctrTitle"/>
          </p:nvPr>
        </p:nvSpPr>
        <p:spPr>
          <a:xfrm>
            <a:off x="1028425" y="898763"/>
            <a:ext cx="7402200" cy="2058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05" name="Google Shape;1005;p175"/>
          <p:cNvSpPr txBox="1"/>
          <p:nvPr>
            <p:ph idx="1" type="subTitle"/>
          </p:nvPr>
        </p:nvSpPr>
        <p:spPr>
          <a:xfrm>
            <a:off x="1028425" y="3536138"/>
            <a:ext cx="2499000" cy="708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Font typeface="Barlow"/>
              <a:buNone/>
              <a:defRPr sz="1700">
                <a:solidFill>
                  <a:schemeClr val="dk1"/>
                </a:solidFill>
              </a:defRPr>
            </a:lvl1pPr>
            <a:lvl2pPr lvl="1" algn="ctr">
              <a:lnSpc>
                <a:spcPct val="100000"/>
              </a:lnSpc>
              <a:spcBef>
                <a:spcPts val="0"/>
              </a:spcBef>
              <a:spcAft>
                <a:spcPts val="0"/>
              </a:spcAft>
              <a:buSzPts val="1800"/>
              <a:buFont typeface="Barlow"/>
              <a:buNone/>
              <a:defRPr sz="1800">
                <a:latin typeface="Barlow"/>
                <a:ea typeface="Barlow"/>
                <a:cs typeface="Barlow"/>
                <a:sym typeface="Barlow"/>
              </a:defRPr>
            </a:lvl2pPr>
            <a:lvl3pPr lvl="2" algn="ctr">
              <a:lnSpc>
                <a:spcPct val="100000"/>
              </a:lnSpc>
              <a:spcBef>
                <a:spcPts val="0"/>
              </a:spcBef>
              <a:spcAft>
                <a:spcPts val="0"/>
              </a:spcAft>
              <a:buSzPts val="1800"/>
              <a:buFont typeface="Barlow"/>
              <a:buNone/>
              <a:defRPr sz="1800">
                <a:latin typeface="Barlow"/>
                <a:ea typeface="Barlow"/>
                <a:cs typeface="Barlow"/>
                <a:sym typeface="Barlow"/>
              </a:defRPr>
            </a:lvl3pPr>
            <a:lvl4pPr lvl="3" algn="ctr">
              <a:lnSpc>
                <a:spcPct val="100000"/>
              </a:lnSpc>
              <a:spcBef>
                <a:spcPts val="0"/>
              </a:spcBef>
              <a:spcAft>
                <a:spcPts val="0"/>
              </a:spcAft>
              <a:buSzPts val="1800"/>
              <a:buFont typeface="Barlow"/>
              <a:buNone/>
              <a:defRPr sz="1800">
                <a:latin typeface="Barlow"/>
                <a:ea typeface="Barlow"/>
                <a:cs typeface="Barlow"/>
                <a:sym typeface="Barlow"/>
              </a:defRPr>
            </a:lvl4pPr>
            <a:lvl5pPr lvl="4" algn="ctr">
              <a:lnSpc>
                <a:spcPct val="100000"/>
              </a:lnSpc>
              <a:spcBef>
                <a:spcPts val="0"/>
              </a:spcBef>
              <a:spcAft>
                <a:spcPts val="0"/>
              </a:spcAft>
              <a:buSzPts val="1800"/>
              <a:buFont typeface="Barlow"/>
              <a:buNone/>
              <a:defRPr sz="1800">
                <a:latin typeface="Barlow"/>
                <a:ea typeface="Barlow"/>
                <a:cs typeface="Barlow"/>
                <a:sym typeface="Barlow"/>
              </a:defRPr>
            </a:lvl5pPr>
            <a:lvl6pPr lvl="5" algn="ctr">
              <a:lnSpc>
                <a:spcPct val="100000"/>
              </a:lnSpc>
              <a:spcBef>
                <a:spcPts val="0"/>
              </a:spcBef>
              <a:spcAft>
                <a:spcPts val="0"/>
              </a:spcAft>
              <a:buSzPts val="1800"/>
              <a:buFont typeface="Barlow"/>
              <a:buNone/>
              <a:defRPr sz="1800">
                <a:latin typeface="Barlow"/>
                <a:ea typeface="Barlow"/>
                <a:cs typeface="Barlow"/>
                <a:sym typeface="Barlow"/>
              </a:defRPr>
            </a:lvl6pPr>
            <a:lvl7pPr lvl="6" algn="ctr">
              <a:lnSpc>
                <a:spcPct val="100000"/>
              </a:lnSpc>
              <a:spcBef>
                <a:spcPts val="0"/>
              </a:spcBef>
              <a:spcAft>
                <a:spcPts val="0"/>
              </a:spcAft>
              <a:buSzPts val="1800"/>
              <a:buFont typeface="Barlow"/>
              <a:buNone/>
              <a:defRPr sz="1800">
                <a:latin typeface="Barlow"/>
                <a:ea typeface="Barlow"/>
                <a:cs typeface="Barlow"/>
                <a:sym typeface="Barlow"/>
              </a:defRPr>
            </a:lvl7pPr>
            <a:lvl8pPr lvl="7" algn="ctr">
              <a:lnSpc>
                <a:spcPct val="100000"/>
              </a:lnSpc>
              <a:spcBef>
                <a:spcPts val="0"/>
              </a:spcBef>
              <a:spcAft>
                <a:spcPts val="0"/>
              </a:spcAft>
              <a:buSzPts val="1800"/>
              <a:buFont typeface="Barlow"/>
              <a:buNone/>
              <a:defRPr sz="1800">
                <a:latin typeface="Barlow"/>
                <a:ea typeface="Barlow"/>
                <a:cs typeface="Barlow"/>
                <a:sym typeface="Barlow"/>
              </a:defRPr>
            </a:lvl8pPr>
            <a:lvl9pPr lvl="8" algn="ctr">
              <a:lnSpc>
                <a:spcPct val="100000"/>
              </a:lnSpc>
              <a:spcBef>
                <a:spcPts val="0"/>
              </a:spcBef>
              <a:spcAft>
                <a:spcPts val="0"/>
              </a:spcAft>
              <a:buSzPts val="1800"/>
              <a:buFont typeface="Barlow"/>
              <a:buNone/>
              <a:defRPr sz="1800">
                <a:latin typeface="Barlow"/>
                <a:ea typeface="Barlow"/>
                <a:cs typeface="Barlow"/>
                <a:sym typeface="Barlow"/>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6" name="Shape 1006"/>
        <p:cNvGrpSpPr/>
        <p:nvPr/>
      </p:nvGrpSpPr>
      <p:grpSpPr>
        <a:xfrm>
          <a:off x="0" y="0"/>
          <a:ext cx="0" cy="0"/>
          <a:chOff x="0" y="0"/>
          <a:chExt cx="0" cy="0"/>
        </a:xfrm>
      </p:grpSpPr>
      <p:sp>
        <p:nvSpPr>
          <p:cNvPr id="1007" name="Google Shape;1007;p17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6"/>
          <p:cNvSpPr txBox="1"/>
          <p:nvPr>
            <p:ph type="title"/>
          </p:nvPr>
        </p:nvSpPr>
        <p:spPr>
          <a:xfrm>
            <a:off x="899050" y="2882175"/>
            <a:ext cx="5338800" cy="1102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7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09" name="Google Shape;1009;p176"/>
          <p:cNvSpPr txBox="1"/>
          <p:nvPr>
            <p:ph hasCustomPrompt="1" idx="2" type="title"/>
          </p:nvPr>
        </p:nvSpPr>
        <p:spPr>
          <a:xfrm>
            <a:off x="899050" y="1368983"/>
            <a:ext cx="1456200" cy="13608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b="0" sz="8000">
                <a:solidFill>
                  <a:schemeClr val="dk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0" name="Shape 1010"/>
        <p:cNvGrpSpPr/>
        <p:nvPr/>
      </p:nvGrpSpPr>
      <p:grpSpPr>
        <a:xfrm>
          <a:off x="0" y="0"/>
          <a:ext cx="0" cy="0"/>
          <a:chOff x="0" y="0"/>
          <a:chExt cx="0" cy="0"/>
        </a:xfrm>
      </p:grpSpPr>
      <p:sp>
        <p:nvSpPr>
          <p:cNvPr id="1011" name="Google Shape;1011;p17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77"/>
          <p:cNvSpPr txBox="1"/>
          <p:nvPr>
            <p:ph idx="1" type="body"/>
          </p:nvPr>
        </p:nvSpPr>
        <p:spPr>
          <a:xfrm>
            <a:off x="720000" y="1220125"/>
            <a:ext cx="7704000" cy="338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Barlow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
        <p:nvSpPr>
          <p:cNvPr id="1013" name="Google Shape;1013;p17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14" name="Shape 1014"/>
        <p:cNvGrpSpPr/>
        <p:nvPr/>
      </p:nvGrpSpPr>
      <p:grpSpPr>
        <a:xfrm>
          <a:off x="0" y="0"/>
          <a:ext cx="0" cy="0"/>
          <a:chOff x="0" y="0"/>
          <a:chExt cx="0" cy="0"/>
        </a:xfrm>
      </p:grpSpPr>
      <p:sp>
        <p:nvSpPr>
          <p:cNvPr id="1015" name="Google Shape;1015;p17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78"/>
          <p:cNvSpPr txBox="1"/>
          <p:nvPr>
            <p:ph idx="1" type="subTitle"/>
          </p:nvPr>
        </p:nvSpPr>
        <p:spPr>
          <a:xfrm>
            <a:off x="3927874"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17" name="Google Shape;1017;p178"/>
          <p:cNvSpPr txBox="1"/>
          <p:nvPr>
            <p:ph idx="2" type="subTitle"/>
          </p:nvPr>
        </p:nvSpPr>
        <p:spPr>
          <a:xfrm>
            <a:off x="720000" y="2347899"/>
            <a:ext cx="2505600" cy="17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b="0">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18" name="Google Shape;1018;p178"/>
          <p:cNvSpPr txBox="1"/>
          <p:nvPr>
            <p:ph idx="3" type="subTitle"/>
          </p:nvPr>
        </p:nvSpPr>
        <p:spPr>
          <a:xfrm>
            <a:off x="720000"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19" name="Google Shape;1019;p178"/>
          <p:cNvSpPr txBox="1"/>
          <p:nvPr>
            <p:ph idx="4" type="subTitle"/>
          </p:nvPr>
        </p:nvSpPr>
        <p:spPr>
          <a:xfrm>
            <a:off x="3927875" y="1886690"/>
            <a:ext cx="2505600" cy="558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20" name="Google Shape;1020;p17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1" name="Shape 1021"/>
        <p:cNvGrpSpPr/>
        <p:nvPr/>
      </p:nvGrpSpPr>
      <p:grpSpPr>
        <a:xfrm>
          <a:off x="0" y="0"/>
          <a:ext cx="0" cy="0"/>
          <a:chOff x="0" y="0"/>
          <a:chExt cx="0" cy="0"/>
        </a:xfrm>
      </p:grpSpPr>
      <p:sp>
        <p:nvSpPr>
          <p:cNvPr id="1022" name="Google Shape;1022;p17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7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4" name="Shape 1024"/>
        <p:cNvGrpSpPr/>
        <p:nvPr/>
      </p:nvGrpSpPr>
      <p:grpSpPr>
        <a:xfrm>
          <a:off x="0" y="0"/>
          <a:ext cx="0" cy="0"/>
          <a:chOff x="0" y="0"/>
          <a:chExt cx="0" cy="0"/>
        </a:xfrm>
      </p:grpSpPr>
      <p:sp>
        <p:nvSpPr>
          <p:cNvPr id="1025" name="Google Shape;1025;p18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80"/>
          <p:cNvSpPr txBox="1"/>
          <p:nvPr>
            <p:ph type="title"/>
          </p:nvPr>
        </p:nvSpPr>
        <p:spPr>
          <a:xfrm>
            <a:off x="762600" y="1110044"/>
            <a:ext cx="4460700" cy="877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500"/>
              <a:buNone/>
              <a:defRPr>
                <a:solidFill>
                  <a:schemeClr val="dk1"/>
                </a:solidFill>
              </a:defRPr>
            </a:lvl1pPr>
            <a:lvl2pPr lvl="1">
              <a:spcBef>
                <a:spcPts val="0"/>
              </a:spcBef>
              <a:spcAft>
                <a:spcPts val="0"/>
              </a:spcAft>
              <a:buClr>
                <a:schemeClr val="dk2"/>
              </a:buClr>
              <a:buSzPts val="3500"/>
              <a:buNone/>
              <a:defRPr>
                <a:solidFill>
                  <a:schemeClr val="dk2"/>
                </a:solidFill>
              </a:defRPr>
            </a:lvl2pPr>
            <a:lvl3pPr lvl="2">
              <a:spcBef>
                <a:spcPts val="0"/>
              </a:spcBef>
              <a:spcAft>
                <a:spcPts val="0"/>
              </a:spcAft>
              <a:buClr>
                <a:schemeClr val="dk2"/>
              </a:buClr>
              <a:buSzPts val="3500"/>
              <a:buNone/>
              <a:defRPr>
                <a:solidFill>
                  <a:schemeClr val="dk2"/>
                </a:solidFill>
              </a:defRPr>
            </a:lvl3pPr>
            <a:lvl4pPr lvl="3">
              <a:spcBef>
                <a:spcPts val="0"/>
              </a:spcBef>
              <a:spcAft>
                <a:spcPts val="0"/>
              </a:spcAft>
              <a:buClr>
                <a:schemeClr val="dk2"/>
              </a:buClr>
              <a:buSzPts val="3500"/>
              <a:buNone/>
              <a:defRPr>
                <a:solidFill>
                  <a:schemeClr val="dk2"/>
                </a:solidFill>
              </a:defRPr>
            </a:lvl4pPr>
            <a:lvl5pPr lvl="4">
              <a:spcBef>
                <a:spcPts val="0"/>
              </a:spcBef>
              <a:spcAft>
                <a:spcPts val="0"/>
              </a:spcAft>
              <a:buClr>
                <a:schemeClr val="dk2"/>
              </a:buClr>
              <a:buSzPts val="3500"/>
              <a:buNone/>
              <a:defRPr>
                <a:solidFill>
                  <a:schemeClr val="dk2"/>
                </a:solidFill>
              </a:defRPr>
            </a:lvl5pPr>
            <a:lvl6pPr lvl="5">
              <a:spcBef>
                <a:spcPts val="0"/>
              </a:spcBef>
              <a:spcAft>
                <a:spcPts val="0"/>
              </a:spcAft>
              <a:buClr>
                <a:schemeClr val="dk2"/>
              </a:buClr>
              <a:buSzPts val="3500"/>
              <a:buNone/>
              <a:defRPr>
                <a:solidFill>
                  <a:schemeClr val="dk2"/>
                </a:solidFill>
              </a:defRPr>
            </a:lvl6pPr>
            <a:lvl7pPr lvl="6">
              <a:spcBef>
                <a:spcPts val="0"/>
              </a:spcBef>
              <a:spcAft>
                <a:spcPts val="0"/>
              </a:spcAft>
              <a:buClr>
                <a:schemeClr val="dk2"/>
              </a:buClr>
              <a:buSzPts val="3500"/>
              <a:buNone/>
              <a:defRPr>
                <a:solidFill>
                  <a:schemeClr val="dk2"/>
                </a:solidFill>
              </a:defRPr>
            </a:lvl7pPr>
            <a:lvl8pPr lvl="7">
              <a:spcBef>
                <a:spcPts val="0"/>
              </a:spcBef>
              <a:spcAft>
                <a:spcPts val="0"/>
              </a:spcAft>
              <a:buClr>
                <a:schemeClr val="dk2"/>
              </a:buClr>
              <a:buSzPts val="3500"/>
              <a:buNone/>
              <a:defRPr>
                <a:solidFill>
                  <a:schemeClr val="dk2"/>
                </a:solidFill>
              </a:defRPr>
            </a:lvl8pPr>
            <a:lvl9pPr lvl="8">
              <a:spcBef>
                <a:spcPts val="0"/>
              </a:spcBef>
              <a:spcAft>
                <a:spcPts val="0"/>
              </a:spcAft>
              <a:buClr>
                <a:schemeClr val="dk2"/>
              </a:buClr>
              <a:buSzPts val="3500"/>
              <a:buNone/>
              <a:defRPr>
                <a:solidFill>
                  <a:schemeClr val="dk2"/>
                </a:solidFill>
              </a:defRPr>
            </a:lvl9pPr>
          </a:lstStyle>
          <a:p/>
        </p:txBody>
      </p:sp>
      <p:sp>
        <p:nvSpPr>
          <p:cNvPr id="1027" name="Google Shape;1027;p180"/>
          <p:cNvSpPr txBox="1"/>
          <p:nvPr>
            <p:ph idx="1" type="subTitle"/>
          </p:nvPr>
        </p:nvSpPr>
        <p:spPr>
          <a:xfrm>
            <a:off x="762600" y="2098156"/>
            <a:ext cx="3792600" cy="1935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1028" name="Google Shape;1028;p180"/>
          <p:cNvSpPr/>
          <p:nvPr>
            <p:ph idx="2" type="pic"/>
          </p:nvPr>
        </p:nvSpPr>
        <p:spPr>
          <a:xfrm rot="-365">
            <a:off x="5554800" y="1035600"/>
            <a:ext cx="2826600" cy="3072300"/>
          </a:xfrm>
          <a:prstGeom prst="roundRect">
            <a:avLst>
              <a:gd fmla="val 16667" name="adj"/>
            </a:avLst>
          </a:prstGeom>
          <a:noFill/>
          <a:ln>
            <a:noFill/>
          </a:ln>
        </p:spPr>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29" name="Shape 1029"/>
        <p:cNvGrpSpPr/>
        <p:nvPr/>
      </p:nvGrpSpPr>
      <p:grpSpPr>
        <a:xfrm>
          <a:off x="0" y="0"/>
          <a:ext cx="0" cy="0"/>
          <a:chOff x="0" y="0"/>
          <a:chExt cx="0" cy="0"/>
        </a:xfrm>
      </p:grpSpPr>
      <p:sp>
        <p:nvSpPr>
          <p:cNvPr id="1030" name="Google Shape;1030;p18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81"/>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32" name="Shape 1032"/>
        <p:cNvGrpSpPr/>
        <p:nvPr/>
      </p:nvGrpSpPr>
      <p:grpSpPr>
        <a:xfrm>
          <a:off x="0" y="0"/>
          <a:ext cx="0" cy="0"/>
          <a:chOff x="0" y="0"/>
          <a:chExt cx="0" cy="0"/>
        </a:xfrm>
      </p:grpSpPr>
      <p:sp>
        <p:nvSpPr>
          <p:cNvPr id="1033" name="Google Shape;1033;p18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82"/>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1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035" name="Google Shape;1035;p182"/>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6" name="Shape 1036"/>
        <p:cNvGrpSpPr/>
        <p:nvPr/>
      </p:nvGrpSpPr>
      <p:grpSpPr>
        <a:xfrm>
          <a:off x="0" y="0"/>
          <a:ext cx="0" cy="0"/>
          <a:chOff x="0" y="0"/>
          <a:chExt cx="0" cy="0"/>
        </a:xfrm>
      </p:grpSpPr>
      <p:sp>
        <p:nvSpPr>
          <p:cNvPr id="1037" name="Google Shape;1037;p183"/>
          <p:cNvSpPr/>
          <p:nvPr>
            <p:ph idx="2" type="pic"/>
          </p:nvPr>
        </p:nvSpPr>
        <p:spPr>
          <a:xfrm>
            <a:off x="-13275" y="-26550"/>
            <a:ext cx="9211800" cy="5229900"/>
          </a:xfrm>
          <a:prstGeom prst="rect">
            <a:avLst/>
          </a:prstGeom>
          <a:noFill/>
          <a:ln>
            <a:noFill/>
          </a:ln>
        </p:spPr>
      </p:sp>
      <p:sp>
        <p:nvSpPr>
          <p:cNvPr id="1038" name="Google Shape;1038;p183"/>
          <p:cNvSpPr txBox="1"/>
          <p:nvPr>
            <p:ph type="title"/>
          </p:nvPr>
        </p:nvSpPr>
        <p:spPr>
          <a:xfrm>
            <a:off x="713225" y="3377600"/>
            <a:ext cx="5089200" cy="1226400"/>
          </a:xfrm>
          <a:prstGeom prst="rect">
            <a:avLst/>
          </a:prstGeom>
          <a:solidFill>
            <a:srgbClr val="FFFFFF">
              <a:alpha val="69180"/>
            </a:srgbClr>
          </a:solidFill>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39" name="Shape 1039"/>
        <p:cNvGrpSpPr/>
        <p:nvPr/>
      </p:nvGrpSpPr>
      <p:grpSpPr>
        <a:xfrm>
          <a:off x="0" y="0"/>
          <a:ext cx="0" cy="0"/>
          <a:chOff x="0" y="0"/>
          <a:chExt cx="0" cy="0"/>
        </a:xfrm>
      </p:grpSpPr>
      <p:sp>
        <p:nvSpPr>
          <p:cNvPr id="1040" name="Google Shape;1040;p18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84"/>
          <p:cNvSpPr txBox="1"/>
          <p:nvPr>
            <p:ph hasCustomPrompt="1" type="title"/>
          </p:nvPr>
        </p:nvSpPr>
        <p:spPr>
          <a:xfrm>
            <a:off x="894575" y="1610038"/>
            <a:ext cx="5164800" cy="1332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83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42" name="Google Shape;1042;p184"/>
          <p:cNvSpPr txBox="1"/>
          <p:nvPr>
            <p:ph idx="1" type="subTitle"/>
          </p:nvPr>
        </p:nvSpPr>
        <p:spPr>
          <a:xfrm>
            <a:off x="894475" y="3036363"/>
            <a:ext cx="5164800" cy="4971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1043" name="Shape 1043"/>
        <p:cNvGrpSpPr/>
        <p:nvPr/>
      </p:nvGrpSpPr>
      <p:grpSpPr>
        <a:xfrm>
          <a:off x="0" y="0"/>
          <a:ext cx="0" cy="0"/>
          <a:chOff x="0" y="0"/>
          <a:chExt cx="0" cy="0"/>
        </a:xfrm>
      </p:grpSpPr>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44" name="Shape 1044"/>
        <p:cNvGrpSpPr/>
        <p:nvPr/>
      </p:nvGrpSpPr>
      <p:grpSpPr>
        <a:xfrm>
          <a:off x="0" y="0"/>
          <a:ext cx="0" cy="0"/>
          <a:chOff x="0" y="0"/>
          <a:chExt cx="0" cy="0"/>
        </a:xfrm>
      </p:grpSpPr>
      <p:sp>
        <p:nvSpPr>
          <p:cNvPr id="1045" name="Google Shape;1045;p18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6"/>
          <p:cNvSpPr txBox="1"/>
          <p:nvPr>
            <p:ph hasCustomPrompt="1" type="title"/>
          </p:nvPr>
        </p:nvSpPr>
        <p:spPr>
          <a:xfrm>
            <a:off x="720000"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47" name="Google Shape;1047;p186"/>
          <p:cNvSpPr txBox="1"/>
          <p:nvPr>
            <p:ph hasCustomPrompt="1" idx="2" type="title"/>
          </p:nvPr>
        </p:nvSpPr>
        <p:spPr>
          <a:xfrm>
            <a:off x="720000"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48" name="Google Shape;1048;p186"/>
          <p:cNvSpPr txBox="1"/>
          <p:nvPr>
            <p:ph hasCustomPrompt="1" idx="3" type="title"/>
          </p:nvPr>
        </p:nvSpPr>
        <p:spPr>
          <a:xfrm>
            <a:off x="3419277"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49" name="Google Shape;1049;p186"/>
          <p:cNvSpPr txBox="1"/>
          <p:nvPr>
            <p:ph hasCustomPrompt="1" idx="4" type="title"/>
          </p:nvPr>
        </p:nvSpPr>
        <p:spPr>
          <a:xfrm>
            <a:off x="3419277"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0" name="Google Shape;1050;p186"/>
          <p:cNvSpPr txBox="1"/>
          <p:nvPr>
            <p:ph hasCustomPrompt="1" idx="5" type="title"/>
          </p:nvPr>
        </p:nvSpPr>
        <p:spPr>
          <a:xfrm>
            <a:off x="6118552" y="1709483"/>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1" name="Google Shape;1051;p186"/>
          <p:cNvSpPr txBox="1"/>
          <p:nvPr>
            <p:ph hasCustomPrompt="1" idx="6" type="title"/>
          </p:nvPr>
        </p:nvSpPr>
        <p:spPr>
          <a:xfrm>
            <a:off x="6118552" y="3066691"/>
            <a:ext cx="734700" cy="4476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b="0">
                <a:solidFill>
                  <a:schemeClr val="dk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2" name="Google Shape;1052;p186"/>
          <p:cNvSpPr txBox="1"/>
          <p:nvPr>
            <p:ph idx="1" type="subTitle"/>
          </p:nvPr>
        </p:nvSpPr>
        <p:spPr>
          <a:xfrm>
            <a:off x="72000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3" name="Google Shape;1053;p186"/>
          <p:cNvSpPr txBox="1"/>
          <p:nvPr>
            <p:ph idx="7" type="subTitle"/>
          </p:nvPr>
        </p:nvSpPr>
        <p:spPr>
          <a:xfrm>
            <a:off x="3419275"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4" name="Google Shape;1054;p186"/>
          <p:cNvSpPr txBox="1"/>
          <p:nvPr>
            <p:ph idx="8" type="subTitle"/>
          </p:nvPr>
        </p:nvSpPr>
        <p:spPr>
          <a:xfrm>
            <a:off x="6118550" y="2268875"/>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5" name="Google Shape;1055;p186"/>
          <p:cNvSpPr txBox="1"/>
          <p:nvPr>
            <p:ph idx="9" type="subTitle"/>
          </p:nvPr>
        </p:nvSpPr>
        <p:spPr>
          <a:xfrm>
            <a:off x="72000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6" name="Google Shape;1056;p186"/>
          <p:cNvSpPr txBox="1"/>
          <p:nvPr>
            <p:ph idx="13" type="subTitle"/>
          </p:nvPr>
        </p:nvSpPr>
        <p:spPr>
          <a:xfrm>
            <a:off x="3419275"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7" name="Google Shape;1057;p186"/>
          <p:cNvSpPr txBox="1"/>
          <p:nvPr>
            <p:ph idx="14" type="subTitle"/>
          </p:nvPr>
        </p:nvSpPr>
        <p:spPr>
          <a:xfrm>
            <a:off x="6118550" y="3626150"/>
            <a:ext cx="2305500" cy="39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8" name="Google Shape;1058;p186"/>
          <p:cNvSpPr txBox="1"/>
          <p:nvPr>
            <p:ph idx="15"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
    <p:spTree>
      <p:nvGrpSpPr>
        <p:cNvPr id="1059" name="Shape 1059"/>
        <p:cNvGrpSpPr/>
        <p:nvPr/>
      </p:nvGrpSpPr>
      <p:grpSpPr>
        <a:xfrm>
          <a:off x="0" y="0"/>
          <a:ext cx="0" cy="0"/>
          <a:chOff x="0" y="0"/>
          <a:chExt cx="0" cy="0"/>
        </a:xfrm>
      </p:grpSpPr>
      <p:sp>
        <p:nvSpPr>
          <p:cNvPr id="1060" name="Google Shape;1060;p187"/>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7"/>
          <p:cNvSpPr txBox="1"/>
          <p:nvPr>
            <p:ph type="title"/>
          </p:nvPr>
        </p:nvSpPr>
        <p:spPr>
          <a:xfrm>
            <a:off x="772920" y="3226501"/>
            <a:ext cx="4108200" cy="6288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2" name="Google Shape;1062;p187"/>
          <p:cNvSpPr txBox="1"/>
          <p:nvPr>
            <p:ph idx="1" type="subTitle"/>
          </p:nvPr>
        </p:nvSpPr>
        <p:spPr>
          <a:xfrm>
            <a:off x="772908" y="3855300"/>
            <a:ext cx="4108200" cy="62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63" name="Google Shape;1063;p187"/>
          <p:cNvSpPr/>
          <p:nvPr>
            <p:ph idx="2" type="pic"/>
          </p:nvPr>
        </p:nvSpPr>
        <p:spPr>
          <a:xfrm>
            <a:off x="5516676" y="659250"/>
            <a:ext cx="2749500" cy="3825000"/>
          </a:xfrm>
          <a:prstGeom prst="roundRect">
            <a:avLst>
              <a:gd fmla="val 16667" name="adj"/>
            </a:avLst>
          </a:prstGeom>
          <a:noFill/>
          <a:ln>
            <a:noFill/>
          </a:ln>
        </p:spPr>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064" name="Shape 1064"/>
        <p:cNvGrpSpPr/>
        <p:nvPr/>
      </p:nvGrpSpPr>
      <p:grpSpPr>
        <a:xfrm>
          <a:off x="0" y="0"/>
          <a:ext cx="0" cy="0"/>
          <a:chOff x="0" y="0"/>
          <a:chExt cx="0" cy="0"/>
        </a:xfrm>
      </p:grpSpPr>
      <p:sp>
        <p:nvSpPr>
          <p:cNvPr id="1065" name="Google Shape;1065;p188"/>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8"/>
          <p:cNvSpPr txBox="1"/>
          <p:nvPr>
            <p:ph type="title"/>
          </p:nvPr>
        </p:nvSpPr>
        <p:spPr>
          <a:xfrm>
            <a:off x="5619763" y="1428375"/>
            <a:ext cx="2214600" cy="11466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7" name="Google Shape;1067;p188"/>
          <p:cNvSpPr txBox="1"/>
          <p:nvPr>
            <p:ph idx="1" type="subTitle"/>
          </p:nvPr>
        </p:nvSpPr>
        <p:spPr>
          <a:xfrm>
            <a:off x="5619763" y="2688225"/>
            <a:ext cx="2214600" cy="1026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68" name="Google Shape;1068;p188"/>
          <p:cNvSpPr/>
          <p:nvPr>
            <p:ph idx="2" type="pic"/>
          </p:nvPr>
        </p:nvSpPr>
        <p:spPr>
          <a:xfrm>
            <a:off x="838200" y="659250"/>
            <a:ext cx="1982400" cy="3825000"/>
          </a:xfrm>
          <a:prstGeom prst="roundRect">
            <a:avLst>
              <a:gd fmla="val 16667" name="adj"/>
            </a:avLst>
          </a:prstGeom>
          <a:noFill/>
          <a:ln>
            <a:noFill/>
          </a:ln>
        </p:spPr>
      </p:sp>
      <p:sp>
        <p:nvSpPr>
          <p:cNvPr id="1069" name="Google Shape;1069;p188"/>
          <p:cNvSpPr/>
          <p:nvPr>
            <p:ph idx="3" type="pic"/>
          </p:nvPr>
        </p:nvSpPr>
        <p:spPr>
          <a:xfrm>
            <a:off x="2949268" y="662103"/>
            <a:ext cx="1942800" cy="1843800"/>
          </a:xfrm>
          <a:prstGeom prst="roundRect">
            <a:avLst>
              <a:gd fmla="val 16667" name="adj"/>
            </a:avLst>
          </a:prstGeom>
          <a:noFill/>
          <a:ln>
            <a:noFill/>
          </a:ln>
        </p:spPr>
      </p:sp>
      <p:sp>
        <p:nvSpPr>
          <p:cNvPr id="1070" name="Google Shape;1070;p188"/>
          <p:cNvSpPr/>
          <p:nvPr>
            <p:ph idx="4" type="pic"/>
          </p:nvPr>
        </p:nvSpPr>
        <p:spPr>
          <a:xfrm>
            <a:off x="2949268" y="2637533"/>
            <a:ext cx="1942800" cy="1843800"/>
          </a:xfrm>
          <a:prstGeom prst="roundRect">
            <a:avLst>
              <a:gd fmla="val 16667" name="adj"/>
            </a:avLst>
          </a:prstGeom>
          <a:noFill/>
          <a:ln>
            <a:noFill/>
          </a:ln>
        </p:spPr>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1071" name="Shape 1071"/>
        <p:cNvGrpSpPr/>
        <p:nvPr/>
      </p:nvGrpSpPr>
      <p:grpSpPr>
        <a:xfrm>
          <a:off x="0" y="0"/>
          <a:ext cx="0" cy="0"/>
          <a:chOff x="0" y="0"/>
          <a:chExt cx="0" cy="0"/>
        </a:xfrm>
      </p:grpSpPr>
      <p:sp>
        <p:nvSpPr>
          <p:cNvPr id="1072" name="Google Shape;1072;p189"/>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9"/>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74" name="Google Shape;1074;p189"/>
          <p:cNvSpPr txBox="1"/>
          <p:nvPr>
            <p:ph idx="1" type="body"/>
          </p:nvPr>
        </p:nvSpPr>
        <p:spPr>
          <a:xfrm>
            <a:off x="713250" y="1216375"/>
            <a:ext cx="4111800" cy="3387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120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075" name="Shape 1075"/>
        <p:cNvGrpSpPr/>
        <p:nvPr/>
      </p:nvGrpSpPr>
      <p:grpSpPr>
        <a:xfrm>
          <a:off x="0" y="0"/>
          <a:ext cx="0" cy="0"/>
          <a:chOff x="0" y="0"/>
          <a:chExt cx="0" cy="0"/>
        </a:xfrm>
      </p:grpSpPr>
      <p:sp>
        <p:nvSpPr>
          <p:cNvPr id="1076" name="Google Shape;1076;p190"/>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90"/>
          <p:cNvSpPr txBox="1"/>
          <p:nvPr>
            <p:ph type="title"/>
          </p:nvPr>
        </p:nvSpPr>
        <p:spPr>
          <a:xfrm>
            <a:off x="739910" y="2210113"/>
            <a:ext cx="1768200" cy="572700"/>
          </a:xfrm>
          <a:prstGeom prst="rect">
            <a:avLst/>
          </a:prstGeom>
          <a:noFill/>
        </p:spPr>
        <p:txBody>
          <a:bodyPr anchorCtr="0" anchor="t" bIns="91425" lIns="91425" spcFirstLastPara="1" rIns="91425" wrap="square" tIns="91425">
            <a:noAutofit/>
          </a:bodyPr>
          <a:lstStyle>
            <a:lvl1pPr lvl="0">
              <a:spcBef>
                <a:spcPts val="0"/>
              </a:spcBef>
              <a:spcAft>
                <a:spcPts val="0"/>
              </a:spcAft>
              <a:buSzPts val="3500"/>
              <a:buNone/>
              <a:defRPr sz="30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78" name="Shape 1078"/>
        <p:cNvGrpSpPr/>
        <p:nvPr/>
      </p:nvGrpSpPr>
      <p:grpSpPr>
        <a:xfrm>
          <a:off x="0" y="0"/>
          <a:ext cx="0" cy="0"/>
          <a:chOff x="0" y="0"/>
          <a:chExt cx="0" cy="0"/>
        </a:xfrm>
      </p:grpSpPr>
      <p:sp>
        <p:nvSpPr>
          <p:cNvPr id="1079" name="Google Shape;1079;p191"/>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91"/>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81" name="Google Shape;1081;p191"/>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82" name="Google Shape;1082;p191"/>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83" name="Google Shape;1083;p191"/>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4" name="Google Shape;1084;p191"/>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5" name="Google Shape;1085;p191"/>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6" name="Google Shape;1086;p19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87" name="Shape 1087"/>
        <p:cNvGrpSpPr/>
        <p:nvPr/>
      </p:nvGrpSpPr>
      <p:grpSpPr>
        <a:xfrm>
          <a:off x="0" y="0"/>
          <a:ext cx="0" cy="0"/>
          <a:chOff x="0" y="0"/>
          <a:chExt cx="0" cy="0"/>
        </a:xfrm>
      </p:grpSpPr>
      <p:sp>
        <p:nvSpPr>
          <p:cNvPr id="1088" name="Google Shape;1088;p192"/>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92"/>
          <p:cNvSpPr txBox="1"/>
          <p:nvPr>
            <p:ph idx="1" type="subTitle"/>
          </p:nvPr>
        </p:nvSpPr>
        <p:spPr>
          <a:xfrm>
            <a:off x="720000"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90" name="Google Shape;1090;p192"/>
          <p:cNvSpPr txBox="1"/>
          <p:nvPr>
            <p:ph idx="2" type="subTitle"/>
          </p:nvPr>
        </p:nvSpPr>
        <p:spPr>
          <a:xfrm>
            <a:off x="4291664" y="1831737"/>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91" name="Google Shape;1091;p192"/>
          <p:cNvSpPr txBox="1"/>
          <p:nvPr>
            <p:ph idx="3" type="subTitle"/>
          </p:nvPr>
        </p:nvSpPr>
        <p:spPr>
          <a:xfrm>
            <a:off x="720000"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92" name="Google Shape;1092;p192"/>
          <p:cNvSpPr txBox="1"/>
          <p:nvPr>
            <p:ph idx="4" type="subTitle"/>
          </p:nvPr>
        </p:nvSpPr>
        <p:spPr>
          <a:xfrm>
            <a:off x="4291664" y="3419430"/>
            <a:ext cx="2623800" cy="95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93" name="Google Shape;1093;p192"/>
          <p:cNvSpPr txBox="1"/>
          <p:nvPr>
            <p:ph idx="5" type="subTitle"/>
          </p:nvPr>
        </p:nvSpPr>
        <p:spPr>
          <a:xfrm>
            <a:off x="720000"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4" name="Google Shape;1094;p192"/>
          <p:cNvSpPr txBox="1"/>
          <p:nvPr>
            <p:ph idx="6" type="subTitle"/>
          </p:nvPr>
        </p:nvSpPr>
        <p:spPr>
          <a:xfrm>
            <a:off x="720000"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5" name="Google Shape;1095;p192"/>
          <p:cNvSpPr txBox="1"/>
          <p:nvPr>
            <p:ph idx="7" type="subTitle"/>
          </p:nvPr>
        </p:nvSpPr>
        <p:spPr>
          <a:xfrm>
            <a:off x="4291642" y="1430100"/>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6" name="Google Shape;1096;p192"/>
          <p:cNvSpPr txBox="1"/>
          <p:nvPr>
            <p:ph idx="8" type="subTitle"/>
          </p:nvPr>
        </p:nvSpPr>
        <p:spPr>
          <a:xfrm>
            <a:off x="4291642" y="3017818"/>
            <a:ext cx="2623800" cy="478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7" name="Google Shape;1097;p19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98" name="Shape 1098"/>
        <p:cNvGrpSpPr/>
        <p:nvPr/>
      </p:nvGrpSpPr>
      <p:grpSpPr>
        <a:xfrm>
          <a:off x="0" y="0"/>
          <a:ext cx="0" cy="0"/>
          <a:chOff x="0" y="0"/>
          <a:chExt cx="0" cy="0"/>
        </a:xfrm>
      </p:grpSpPr>
      <p:sp>
        <p:nvSpPr>
          <p:cNvPr id="1099" name="Google Shape;1099;p193"/>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93"/>
          <p:cNvSpPr txBox="1"/>
          <p:nvPr>
            <p:ph idx="1" type="subTitle"/>
          </p:nvPr>
        </p:nvSpPr>
        <p:spPr>
          <a:xfrm>
            <a:off x="71999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1" name="Google Shape;1101;p193"/>
          <p:cNvSpPr txBox="1"/>
          <p:nvPr>
            <p:ph idx="2" type="subTitle"/>
          </p:nvPr>
        </p:nvSpPr>
        <p:spPr>
          <a:xfrm>
            <a:off x="3516702"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2" name="Google Shape;1102;p193"/>
          <p:cNvSpPr txBox="1"/>
          <p:nvPr>
            <p:ph idx="3" type="subTitle"/>
          </p:nvPr>
        </p:nvSpPr>
        <p:spPr>
          <a:xfrm>
            <a:off x="71999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3" name="Google Shape;1103;p193"/>
          <p:cNvSpPr txBox="1"/>
          <p:nvPr>
            <p:ph idx="4" type="subTitle"/>
          </p:nvPr>
        </p:nvSpPr>
        <p:spPr>
          <a:xfrm>
            <a:off x="3516702"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4" name="Google Shape;1104;p193"/>
          <p:cNvSpPr txBox="1"/>
          <p:nvPr>
            <p:ph idx="5" type="subTitle"/>
          </p:nvPr>
        </p:nvSpPr>
        <p:spPr>
          <a:xfrm>
            <a:off x="6313410" y="183271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5" name="Google Shape;1105;p193"/>
          <p:cNvSpPr txBox="1"/>
          <p:nvPr>
            <p:ph idx="6" type="subTitle"/>
          </p:nvPr>
        </p:nvSpPr>
        <p:spPr>
          <a:xfrm>
            <a:off x="6313410" y="3420551"/>
            <a:ext cx="1942800" cy="1000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06" name="Google Shape;1106;p193"/>
          <p:cNvSpPr txBox="1"/>
          <p:nvPr>
            <p:ph idx="7" type="subTitle"/>
          </p:nvPr>
        </p:nvSpPr>
        <p:spPr>
          <a:xfrm>
            <a:off x="71999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7" name="Google Shape;1107;p193"/>
          <p:cNvSpPr txBox="1"/>
          <p:nvPr>
            <p:ph idx="8" type="subTitle"/>
          </p:nvPr>
        </p:nvSpPr>
        <p:spPr>
          <a:xfrm>
            <a:off x="3516702"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8" name="Google Shape;1108;p193"/>
          <p:cNvSpPr txBox="1"/>
          <p:nvPr>
            <p:ph idx="9" type="subTitle"/>
          </p:nvPr>
        </p:nvSpPr>
        <p:spPr>
          <a:xfrm>
            <a:off x="6313410" y="1443151"/>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09" name="Google Shape;1109;p193"/>
          <p:cNvSpPr txBox="1"/>
          <p:nvPr>
            <p:ph idx="13" type="subTitle"/>
          </p:nvPr>
        </p:nvSpPr>
        <p:spPr>
          <a:xfrm>
            <a:off x="71999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10" name="Google Shape;1110;p193"/>
          <p:cNvSpPr txBox="1"/>
          <p:nvPr>
            <p:ph idx="14" type="subTitle"/>
          </p:nvPr>
        </p:nvSpPr>
        <p:spPr>
          <a:xfrm>
            <a:off x="3516702"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11" name="Google Shape;1111;p193"/>
          <p:cNvSpPr txBox="1"/>
          <p:nvPr>
            <p:ph idx="15" type="subTitle"/>
          </p:nvPr>
        </p:nvSpPr>
        <p:spPr>
          <a:xfrm>
            <a:off x="6313410" y="3031144"/>
            <a:ext cx="1941000" cy="465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sz="2400">
                <a:solidFill>
                  <a:schemeClr val="dk1"/>
                </a:solidFill>
                <a:latin typeface="Oswald"/>
                <a:ea typeface="Oswald"/>
                <a:cs typeface="Oswald"/>
                <a:sym typeface="Oswa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12" name="Google Shape;1112;p19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13" name="Shape 1113"/>
        <p:cNvGrpSpPr/>
        <p:nvPr/>
      </p:nvGrpSpPr>
      <p:grpSpPr>
        <a:xfrm>
          <a:off x="0" y="0"/>
          <a:ext cx="0" cy="0"/>
          <a:chOff x="0" y="0"/>
          <a:chExt cx="0" cy="0"/>
        </a:xfrm>
      </p:grpSpPr>
      <p:sp>
        <p:nvSpPr>
          <p:cNvPr id="1114" name="Google Shape;1114;p194"/>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94"/>
          <p:cNvSpPr txBox="1"/>
          <p:nvPr>
            <p:ph type="title"/>
          </p:nvPr>
        </p:nvSpPr>
        <p:spPr>
          <a:xfrm>
            <a:off x="713225" y="540000"/>
            <a:ext cx="4448100" cy="11655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sz="8500">
                <a:solidFill>
                  <a:schemeClr val="dk1"/>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16" name="Google Shape;1116;p194"/>
          <p:cNvSpPr txBox="1"/>
          <p:nvPr>
            <p:ph idx="1" type="subTitle"/>
          </p:nvPr>
        </p:nvSpPr>
        <p:spPr>
          <a:xfrm>
            <a:off x="713225" y="1841450"/>
            <a:ext cx="4448100" cy="10587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117" name="Google Shape;1117;p194"/>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GB" sz="1200">
                <a:solidFill>
                  <a:schemeClr val="dk1"/>
                </a:solidFill>
                <a:latin typeface="Barlow"/>
                <a:ea typeface="Barlow"/>
                <a:cs typeface="Barlow"/>
                <a:sym typeface="Barlow"/>
              </a:rPr>
              <a:t>CREDITS:</a:t>
            </a:r>
            <a:r>
              <a:rPr lang="en-GB" sz="1200">
                <a:solidFill>
                  <a:schemeClr val="dk1"/>
                </a:solidFill>
                <a:latin typeface="Barlow"/>
                <a:ea typeface="Barlow"/>
                <a:cs typeface="Barlow"/>
                <a:sym typeface="Barlow"/>
              </a:rPr>
              <a:t> This presentation template was created by </a:t>
            </a:r>
            <a:r>
              <a:rPr b="1" lang="en-GB"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GB" sz="1200">
                <a:solidFill>
                  <a:schemeClr val="dk1"/>
                </a:solidFill>
                <a:latin typeface="Barlow"/>
                <a:ea typeface="Barlow"/>
                <a:cs typeface="Barlow"/>
                <a:sym typeface="Barlow"/>
              </a:rPr>
              <a:t>, and includes icons by </a:t>
            </a:r>
            <a:r>
              <a:rPr b="1" lang="en-GB"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GB" sz="1200">
                <a:solidFill>
                  <a:schemeClr val="dk1"/>
                </a:solidFill>
                <a:latin typeface="Barlow"/>
                <a:ea typeface="Barlow"/>
                <a:cs typeface="Barlow"/>
                <a:sym typeface="Barlow"/>
              </a:rPr>
              <a:t>, and infographics &amp; images by </a:t>
            </a:r>
            <a:r>
              <a:rPr b="1" lang="en-GB"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GB"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18" name="Shape 1118"/>
        <p:cNvGrpSpPr/>
        <p:nvPr/>
      </p:nvGrpSpPr>
      <p:grpSpPr>
        <a:xfrm>
          <a:off x="0" y="0"/>
          <a:ext cx="0" cy="0"/>
          <a:chOff x="0" y="0"/>
          <a:chExt cx="0" cy="0"/>
        </a:xfrm>
      </p:grpSpPr>
      <p:pic>
        <p:nvPicPr>
          <p:cNvPr id="1119" name="Google Shape;1119;p19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20" name="Google Shape;1120;p195"/>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21" name="Shape 1121"/>
        <p:cNvGrpSpPr/>
        <p:nvPr/>
      </p:nvGrpSpPr>
      <p:grpSpPr>
        <a:xfrm>
          <a:off x="0" y="0"/>
          <a:ext cx="0" cy="0"/>
          <a:chOff x="0" y="0"/>
          <a:chExt cx="0" cy="0"/>
        </a:xfrm>
      </p:grpSpPr>
      <p:pic>
        <p:nvPicPr>
          <p:cNvPr id="1122" name="Google Shape;1122;p19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23" name="Google Shape;1123;p196"/>
          <p:cNvSpPr/>
          <p:nvPr/>
        </p:nvSpPr>
        <p:spPr>
          <a:xfrm>
            <a:off x="414000" y="414000"/>
            <a:ext cx="8316000" cy="4315500"/>
          </a:xfrm>
          <a:prstGeom prst="roundRect">
            <a:avLst>
              <a:gd fmla="val 3919" name="adj"/>
            </a:avLst>
          </a:prstGeom>
          <a:solidFill>
            <a:srgbClr val="FFFFFF">
              <a:alpha val="45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9.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3.xml"/><Relationship Id="rId11" Type="http://schemas.openxmlformats.org/officeDocument/2006/relationships/slideLayout" Target="../slideLayouts/slideLayout44.xml"/><Relationship Id="rId22" Type="http://schemas.openxmlformats.org/officeDocument/2006/relationships/slideLayout" Target="../slideLayouts/slideLayout55.xml"/><Relationship Id="rId10" Type="http://schemas.openxmlformats.org/officeDocument/2006/relationships/slideLayout" Target="../slideLayouts/slideLayout43.xml"/><Relationship Id="rId21" Type="http://schemas.openxmlformats.org/officeDocument/2006/relationships/slideLayout" Target="../slideLayouts/slideLayout54.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23" Type="http://schemas.openxmlformats.org/officeDocument/2006/relationships/theme" Target="../theme/theme1.xml"/><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5" Type="http://schemas.openxmlformats.org/officeDocument/2006/relationships/slideLayout" Target="../slideLayouts/slideLayout38.xml"/><Relationship Id="rId19" Type="http://schemas.openxmlformats.org/officeDocument/2006/relationships/slideLayout" Target="../slideLayouts/slideLayout52.xml"/><Relationship Id="rId6" Type="http://schemas.openxmlformats.org/officeDocument/2006/relationships/slideLayout" Target="../slideLayouts/slideLayout39.xml"/><Relationship Id="rId18" Type="http://schemas.openxmlformats.org/officeDocument/2006/relationships/slideLayout" Target="../slideLayouts/slideLayout51.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5.xml"/><Relationship Id="rId11" Type="http://schemas.openxmlformats.org/officeDocument/2006/relationships/slideLayout" Target="../slideLayouts/slideLayout66.xml"/><Relationship Id="rId22" Type="http://schemas.openxmlformats.org/officeDocument/2006/relationships/slideLayout" Target="../slideLayouts/slideLayout77.xml"/><Relationship Id="rId10" Type="http://schemas.openxmlformats.org/officeDocument/2006/relationships/slideLayout" Target="../slideLayouts/slideLayout65.xml"/><Relationship Id="rId21" Type="http://schemas.openxmlformats.org/officeDocument/2006/relationships/slideLayout" Target="../slideLayouts/slideLayout76.xml"/><Relationship Id="rId13" Type="http://schemas.openxmlformats.org/officeDocument/2006/relationships/slideLayout" Target="../slideLayouts/slideLayout68.xml"/><Relationship Id="rId12" Type="http://schemas.openxmlformats.org/officeDocument/2006/relationships/slideLayout" Target="../slideLayouts/slideLayout67.xml"/><Relationship Id="rId23" Type="http://schemas.openxmlformats.org/officeDocument/2006/relationships/theme" Target="../theme/theme6.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5" Type="http://schemas.openxmlformats.org/officeDocument/2006/relationships/slideLayout" Target="../slideLayouts/slideLayout70.xml"/><Relationship Id="rId14" Type="http://schemas.openxmlformats.org/officeDocument/2006/relationships/slideLayout" Target="../slideLayouts/slideLayout69.xml"/><Relationship Id="rId17" Type="http://schemas.openxmlformats.org/officeDocument/2006/relationships/slideLayout" Target="../slideLayouts/slideLayout72.xml"/><Relationship Id="rId16" Type="http://schemas.openxmlformats.org/officeDocument/2006/relationships/slideLayout" Target="../slideLayouts/slideLayout71.xml"/><Relationship Id="rId5" Type="http://schemas.openxmlformats.org/officeDocument/2006/relationships/slideLayout" Target="../slideLayouts/slideLayout60.xml"/><Relationship Id="rId19" Type="http://schemas.openxmlformats.org/officeDocument/2006/relationships/slideLayout" Target="../slideLayouts/slideLayout74.xml"/><Relationship Id="rId6" Type="http://schemas.openxmlformats.org/officeDocument/2006/relationships/slideLayout" Target="../slideLayouts/slideLayout61.xml"/><Relationship Id="rId18" Type="http://schemas.openxmlformats.org/officeDocument/2006/relationships/slideLayout" Target="../slideLayouts/slideLayout73.xml"/><Relationship Id="rId7" Type="http://schemas.openxmlformats.org/officeDocument/2006/relationships/slideLayout" Target="../slideLayouts/slideLayout62.xml"/><Relationship Id="rId8"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97.xml"/><Relationship Id="rId11" Type="http://schemas.openxmlformats.org/officeDocument/2006/relationships/slideLayout" Target="../slideLayouts/slideLayout88.xml"/><Relationship Id="rId22" Type="http://schemas.openxmlformats.org/officeDocument/2006/relationships/slideLayout" Target="../slideLayouts/slideLayout99.xml"/><Relationship Id="rId10" Type="http://schemas.openxmlformats.org/officeDocument/2006/relationships/slideLayout" Target="../slideLayouts/slideLayout87.xml"/><Relationship Id="rId21" Type="http://schemas.openxmlformats.org/officeDocument/2006/relationships/slideLayout" Target="../slideLayouts/slideLayout98.xml"/><Relationship Id="rId13" Type="http://schemas.openxmlformats.org/officeDocument/2006/relationships/slideLayout" Target="../slideLayouts/slideLayout90.xml"/><Relationship Id="rId12" Type="http://schemas.openxmlformats.org/officeDocument/2006/relationships/slideLayout" Target="../slideLayouts/slideLayout89.xml"/><Relationship Id="rId23" Type="http://schemas.openxmlformats.org/officeDocument/2006/relationships/theme" Target="../theme/theme2.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5" Type="http://schemas.openxmlformats.org/officeDocument/2006/relationships/slideLayout" Target="../slideLayouts/slideLayout92.xml"/><Relationship Id="rId14" Type="http://schemas.openxmlformats.org/officeDocument/2006/relationships/slideLayout" Target="../slideLayouts/slideLayout91.xml"/><Relationship Id="rId17" Type="http://schemas.openxmlformats.org/officeDocument/2006/relationships/slideLayout" Target="../slideLayouts/slideLayout94.xml"/><Relationship Id="rId16" Type="http://schemas.openxmlformats.org/officeDocument/2006/relationships/slideLayout" Target="../slideLayouts/slideLayout93.xml"/><Relationship Id="rId5" Type="http://schemas.openxmlformats.org/officeDocument/2006/relationships/slideLayout" Target="../slideLayouts/slideLayout82.xml"/><Relationship Id="rId19" Type="http://schemas.openxmlformats.org/officeDocument/2006/relationships/slideLayout" Target="../slideLayouts/slideLayout96.xml"/><Relationship Id="rId6" Type="http://schemas.openxmlformats.org/officeDocument/2006/relationships/slideLayout" Target="../slideLayouts/slideLayout83.xml"/><Relationship Id="rId18" Type="http://schemas.openxmlformats.org/officeDocument/2006/relationships/slideLayout" Target="../slideLayouts/slideLayout95.xml"/><Relationship Id="rId7" Type="http://schemas.openxmlformats.org/officeDocument/2006/relationships/slideLayout" Target="../slideLayouts/slideLayout84.xml"/><Relationship Id="rId8"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19.xml"/><Relationship Id="rId11" Type="http://schemas.openxmlformats.org/officeDocument/2006/relationships/slideLayout" Target="../slideLayouts/slideLayout110.xml"/><Relationship Id="rId22" Type="http://schemas.openxmlformats.org/officeDocument/2006/relationships/slideLayout" Target="../slideLayouts/slideLayout121.xml"/><Relationship Id="rId10" Type="http://schemas.openxmlformats.org/officeDocument/2006/relationships/slideLayout" Target="../slideLayouts/slideLayout109.xml"/><Relationship Id="rId21" Type="http://schemas.openxmlformats.org/officeDocument/2006/relationships/slideLayout" Target="../slideLayouts/slideLayout120.xml"/><Relationship Id="rId13" Type="http://schemas.openxmlformats.org/officeDocument/2006/relationships/slideLayout" Target="../slideLayouts/slideLayout112.xml"/><Relationship Id="rId12" Type="http://schemas.openxmlformats.org/officeDocument/2006/relationships/slideLayout" Target="../slideLayouts/slideLayout111.xml"/><Relationship Id="rId23" Type="http://schemas.openxmlformats.org/officeDocument/2006/relationships/theme" Target="../theme/theme5.xml"/><Relationship Id="rId1" Type="http://schemas.openxmlformats.org/officeDocument/2006/relationships/slideLayout" Target="../slideLayouts/slideLayout100.xml"/><Relationship Id="rId2" Type="http://schemas.openxmlformats.org/officeDocument/2006/relationships/slideLayout" Target="../slideLayouts/slideLayout101.xml"/><Relationship Id="rId3" Type="http://schemas.openxmlformats.org/officeDocument/2006/relationships/slideLayout" Target="../slideLayouts/slideLayout102.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5" Type="http://schemas.openxmlformats.org/officeDocument/2006/relationships/slideLayout" Target="../slideLayouts/slideLayout114.xml"/><Relationship Id="rId14" Type="http://schemas.openxmlformats.org/officeDocument/2006/relationships/slideLayout" Target="../slideLayouts/slideLayout113.xml"/><Relationship Id="rId17" Type="http://schemas.openxmlformats.org/officeDocument/2006/relationships/slideLayout" Target="../slideLayouts/slideLayout116.xml"/><Relationship Id="rId16" Type="http://schemas.openxmlformats.org/officeDocument/2006/relationships/slideLayout" Target="../slideLayouts/slideLayout115.xml"/><Relationship Id="rId5" Type="http://schemas.openxmlformats.org/officeDocument/2006/relationships/slideLayout" Target="../slideLayouts/slideLayout104.xml"/><Relationship Id="rId19" Type="http://schemas.openxmlformats.org/officeDocument/2006/relationships/slideLayout" Target="../slideLayouts/slideLayout118.xml"/><Relationship Id="rId6" Type="http://schemas.openxmlformats.org/officeDocument/2006/relationships/slideLayout" Target="../slideLayouts/slideLayout105.xml"/><Relationship Id="rId18" Type="http://schemas.openxmlformats.org/officeDocument/2006/relationships/slideLayout" Target="../slideLayouts/slideLayout117.xml"/><Relationship Id="rId7" Type="http://schemas.openxmlformats.org/officeDocument/2006/relationships/slideLayout" Target="../slideLayouts/slideLayout106.xml"/><Relationship Id="rId8" Type="http://schemas.openxmlformats.org/officeDocument/2006/relationships/slideLayout" Target="../slideLayouts/slideLayout107.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41.xml"/><Relationship Id="rId11" Type="http://schemas.openxmlformats.org/officeDocument/2006/relationships/slideLayout" Target="../slideLayouts/slideLayout132.xml"/><Relationship Id="rId22" Type="http://schemas.openxmlformats.org/officeDocument/2006/relationships/slideLayout" Target="../slideLayouts/slideLayout143.xml"/><Relationship Id="rId10" Type="http://schemas.openxmlformats.org/officeDocument/2006/relationships/slideLayout" Target="../slideLayouts/slideLayout131.xml"/><Relationship Id="rId21" Type="http://schemas.openxmlformats.org/officeDocument/2006/relationships/slideLayout" Target="../slideLayouts/slideLayout142.xml"/><Relationship Id="rId13" Type="http://schemas.openxmlformats.org/officeDocument/2006/relationships/slideLayout" Target="../slideLayouts/slideLayout134.xml"/><Relationship Id="rId12" Type="http://schemas.openxmlformats.org/officeDocument/2006/relationships/slideLayout" Target="../slideLayouts/slideLayout133.xml"/><Relationship Id="rId23" Type="http://schemas.openxmlformats.org/officeDocument/2006/relationships/theme" Target="../theme/theme7.xml"/><Relationship Id="rId1" Type="http://schemas.openxmlformats.org/officeDocument/2006/relationships/slideLayout" Target="../slideLayouts/slideLayout122.xml"/><Relationship Id="rId2" Type="http://schemas.openxmlformats.org/officeDocument/2006/relationships/slideLayout" Target="../slideLayouts/slideLayout123.xml"/><Relationship Id="rId3" Type="http://schemas.openxmlformats.org/officeDocument/2006/relationships/slideLayout" Target="../slideLayouts/slideLayout124.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5" Type="http://schemas.openxmlformats.org/officeDocument/2006/relationships/slideLayout" Target="../slideLayouts/slideLayout136.xml"/><Relationship Id="rId14" Type="http://schemas.openxmlformats.org/officeDocument/2006/relationships/slideLayout" Target="../slideLayouts/slideLayout135.xml"/><Relationship Id="rId17" Type="http://schemas.openxmlformats.org/officeDocument/2006/relationships/slideLayout" Target="../slideLayouts/slideLayout138.xml"/><Relationship Id="rId16" Type="http://schemas.openxmlformats.org/officeDocument/2006/relationships/slideLayout" Target="../slideLayouts/slideLayout137.xml"/><Relationship Id="rId5" Type="http://schemas.openxmlformats.org/officeDocument/2006/relationships/slideLayout" Target="../slideLayouts/slideLayout126.xml"/><Relationship Id="rId19" Type="http://schemas.openxmlformats.org/officeDocument/2006/relationships/slideLayout" Target="../slideLayouts/slideLayout140.xml"/><Relationship Id="rId6" Type="http://schemas.openxmlformats.org/officeDocument/2006/relationships/slideLayout" Target="../slideLayouts/slideLayout127.xml"/><Relationship Id="rId18" Type="http://schemas.openxmlformats.org/officeDocument/2006/relationships/slideLayout" Target="../slideLayouts/slideLayout139.xml"/><Relationship Id="rId7" Type="http://schemas.openxmlformats.org/officeDocument/2006/relationships/slideLayout" Target="../slideLayouts/slideLayout128.xml"/><Relationship Id="rId8" Type="http://schemas.openxmlformats.org/officeDocument/2006/relationships/slideLayout" Target="../slideLayouts/slideLayout129.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63.xml"/><Relationship Id="rId11" Type="http://schemas.openxmlformats.org/officeDocument/2006/relationships/slideLayout" Target="../slideLayouts/slideLayout154.xml"/><Relationship Id="rId22" Type="http://schemas.openxmlformats.org/officeDocument/2006/relationships/slideLayout" Target="../slideLayouts/slideLayout165.xml"/><Relationship Id="rId10" Type="http://schemas.openxmlformats.org/officeDocument/2006/relationships/slideLayout" Target="../slideLayouts/slideLayout153.xml"/><Relationship Id="rId21" Type="http://schemas.openxmlformats.org/officeDocument/2006/relationships/slideLayout" Target="../slideLayouts/slideLayout164.xml"/><Relationship Id="rId13" Type="http://schemas.openxmlformats.org/officeDocument/2006/relationships/slideLayout" Target="../slideLayouts/slideLayout156.xml"/><Relationship Id="rId12" Type="http://schemas.openxmlformats.org/officeDocument/2006/relationships/slideLayout" Target="../slideLayouts/slideLayout155.xml"/><Relationship Id="rId23" Type="http://schemas.openxmlformats.org/officeDocument/2006/relationships/theme" Target="../theme/theme3.xml"/><Relationship Id="rId1" Type="http://schemas.openxmlformats.org/officeDocument/2006/relationships/slideLayout" Target="../slideLayouts/slideLayout144.xml"/><Relationship Id="rId2" Type="http://schemas.openxmlformats.org/officeDocument/2006/relationships/slideLayout" Target="../slideLayouts/slideLayout145.xml"/><Relationship Id="rId3" Type="http://schemas.openxmlformats.org/officeDocument/2006/relationships/slideLayout" Target="../slideLayouts/slideLayout146.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5" Type="http://schemas.openxmlformats.org/officeDocument/2006/relationships/slideLayout" Target="../slideLayouts/slideLayout158.xml"/><Relationship Id="rId14" Type="http://schemas.openxmlformats.org/officeDocument/2006/relationships/slideLayout" Target="../slideLayouts/slideLayout157.xml"/><Relationship Id="rId17" Type="http://schemas.openxmlformats.org/officeDocument/2006/relationships/slideLayout" Target="../slideLayouts/slideLayout160.xml"/><Relationship Id="rId16" Type="http://schemas.openxmlformats.org/officeDocument/2006/relationships/slideLayout" Target="../slideLayouts/slideLayout159.xml"/><Relationship Id="rId5" Type="http://schemas.openxmlformats.org/officeDocument/2006/relationships/slideLayout" Target="../slideLayouts/slideLayout148.xml"/><Relationship Id="rId19" Type="http://schemas.openxmlformats.org/officeDocument/2006/relationships/slideLayout" Target="../slideLayouts/slideLayout162.xml"/><Relationship Id="rId6" Type="http://schemas.openxmlformats.org/officeDocument/2006/relationships/slideLayout" Target="../slideLayouts/slideLayout149.xml"/><Relationship Id="rId18" Type="http://schemas.openxmlformats.org/officeDocument/2006/relationships/slideLayout" Target="../slideLayouts/slideLayout161.xml"/><Relationship Id="rId7" Type="http://schemas.openxmlformats.org/officeDocument/2006/relationships/slideLayout" Target="../slideLayouts/slideLayout150.xml"/><Relationship Id="rId8" Type="http://schemas.openxmlformats.org/officeDocument/2006/relationships/slideLayout" Target="../slideLayouts/slideLayout151.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185.xml"/><Relationship Id="rId11" Type="http://schemas.openxmlformats.org/officeDocument/2006/relationships/slideLayout" Target="../slideLayouts/slideLayout176.xml"/><Relationship Id="rId22" Type="http://schemas.openxmlformats.org/officeDocument/2006/relationships/slideLayout" Target="../slideLayouts/slideLayout187.xml"/><Relationship Id="rId10" Type="http://schemas.openxmlformats.org/officeDocument/2006/relationships/slideLayout" Target="../slideLayouts/slideLayout175.xml"/><Relationship Id="rId21" Type="http://schemas.openxmlformats.org/officeDocument/2006/relationships/slideLayout" Target="../slideLayouts/slideLayout186.xml"/><Relationship Id="rId13" Type="http://schemas.openxmlformats.org/officeDocument/2006/relationships/slideLayout" Target="../slideLayouts/slideLayout178.xml"/><Relationship Id="rId12" Type="http://schemas.openxmlformats.org/officeDocument/2006/relationships/slideLayout" Target="../slideLayouts/slideLayout177.xml"/><Relationship Id="rId23" Type="http://schemas.openxmlformats.org/officeDocument/2006/relationships/theme" Target="../theme/theme8.xml"/><Relationship Id="rId1" Type="http://schemas.openxmlformats.org/officeDocument/2006/relationships/slideLayout" Target="../slideLayouts/slideLayout166.xml"/><Relationship Id="rId2" Type="http://schemas.openxmlformats.org/officeDocument/2006/relationships/slideLayout" Target="../slideLayouts/slideLayout167.xml"/><Relationship Id="rId3" Type="http://schemas.openxmlformats.org/officeDocument/2006/relationships/slideLayout" Target="../slideLayouts/slideLayout168.xml"/><Relationship Id="rId4" Type="http://schemas.openxmlformats.org/officeDocument/2006/relationships/slideLayout" Target="../slideLayouts/slideLayout169.xml"/><Relationship Id="rId9" Type="http://schemas.openxmlformats.org/officeDocument/2006/relationships/slideLayout" Target="../slideLayouts/slideLayout174.xml"/><Relationship Id="rId15" Type="http://schemas.openxmlformats.org/officeDocument/2006/relationships/slideLayout" Target="../slideLayouts/slideLayout180.xml"/><Relationship Id="rId14" Type="http://schemas.openxmlformats.org/officeDocument/2006/relationships/slideLayout" Target="../slideLayouts/slideLayout179.xml"/><Relationship Id="rId17" Type="http://schemas.openxmlformats.org/officeDocument/2006/relationships/slideLayout" Target="../slideLayouts/slideLayout182.xml"/><Relationship Id="rId16" Type="http://schemas.openxmlformats.org/officeDocument/2006/relationships/slideLayout" Target="../slideLayouts/slideLayout181.xml"/><Relationship Id="rId5" Type="http://schemas.openxmlformats.org/officeDocument/2006/relationships/slideLayout" Target="../slideLayouts/slideLayout170.xml"/><Relationship Id="rId19" Type="http://schemas.openxmlformats.org/officeDocument/2006/relationships/slideLayout" Target="../slideLayouts/slideLayout184.xml"/><Relationship Id="rId6" Type="http://schemas.openxmlformats.org/officeDocument/2006/relationships/slideLayout" Target="../slideLayouts/slideLayout171.xml"/><Relationship Id="rId18" Type="http://schemas.openxmlformats.org/officeDocument/2006/relationships/slideLayout" Target="../slideLayouts/slideLayout183.xml"/><Relationship Id="rId7" Type="http://schemas.openxmlformats.org/officeDocument/2006/relationships/slideLayout" Target="../slideLayouts/slideLayout172.xml"/><Relationship Id="rId8" Type="http://schemas.openxmlformats.org/officeDocument/2006/relationships/slideLayout" Target="../slideLayouts/slideLayout17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126" name="Google Shape;126;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49" name="Shape 249"/>
        <p:cNvGrpSpPr/>
        <p:nvPr/>
      </p:nvGrpSpPr>
      <p:grpSpPr>
        <a:xfrm>
          <a:off x="0" y="0"/>
          <a:ext cx="0" cy="0"/>
          <a:chOff x="0" y="0"/>
          <a:chExt cx="0" cy="0"/>
        </a:xfrm>
      </p:grpSpPr>
      <p:sp>
        <p:nvSpPr>
          <p:cNvPr id="250" name="Google Shape;250;p3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251" name="Google Shape;251;p3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74" name="Shape 374"/>
        <p:cNvGrpSpPr/>
        <p:nvPr/>
      </p:nvGrpSpPr>
      <p:grpSpPr>
        <a:xfrm>
          <a:off x="0" y="0"/>
          <a:ext cx="0" cy="0"/>
          <a:chOff x="0" y="0"/>
          <a:chExt cx="0" cy="0"/>
        </a:xfrm>
      </p:grpSpPr>
      <p:sp>
        <p:nvSpPr>
          <p:cNvPr id="375" name="Google Shape;375;p5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376" name="Google Shape;376;p5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99" name="Shape 499"/>
        <p:cNvGrpSpPr/>
        <p:nvPr/>
      </p:nvGrpSpPr>
      <p:grpSpPr>
        <a:xfrm>
          <a:off x="0" y="0"/>
          <a:ext cx="0" cy="0"/>
          <a:chOff x="0" y="0"/>
          <a:chExt cx="0" cy="0"/>
        </a:xfrm>
      </p:grpSpPr>
      <p:sp>
        <p:nvSpPr>
          <p:cNvPr id="500" name="Google Shape;500;p8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501" name="Google Shape;501;p8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5" r:id="rId21"/>
    <p:sldLayoutId id="2147483746"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4" name="Shape 624"/>
        <p:cNvGrpSpPr/>
        <p:nvPr/>
      </p:nvGrpSpPr>
      <p:grpSpPr>
        <a:xfrm>
          <a:off x="0" y="0"/>
          <a:ext cx="0" cy="0"/>
          <a:chOff x="0" y="0"/>
          <a:chExt cx="0" cy="0"/>
        </a:xfrm>
      </p:grpSpPr>
      <p:sp>
        <p:nvSpPr>
          <p:cNvPr id="625" name="Google Shape;625;p10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626" name="Google Shape;626;p10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49" name="Shape 749"/>
        <p:cNvGrpSpPr/>
        <p:nvPr/>
      </p:nvGrpSpPr>
      <p:grpSpPr>
        <a:xfrm>
          <a:off x="0" y="0"/>
          <a:ext cx="0" cy="0"/>
          <a:chOff x="0" y="0"/>
          <a:chExt cx="0" cy="0"/>
        </a:xfrm>
      </p:grpSpPr>
      <p:sp>
        <p:nvSpPr>
          <p:cNvPr id="750" name="Google Shape;750;p12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751" name="Google Shape;751;p12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74" name="Shape 874"/>
        <p:cNvGrpSpPr/>
        <p:nvPr/>
      </p:nvGrpSpPr>
      <p:grpSpPr>
        <a:xfrm>
          <a:off x="0" y="0"/>
          <a:ext cx="0" cy="0"/>
          <a:chOff x="0" y="0"/>
          <a:chExt cx="0" cy="0"/>
        </a:xfrm>
      </p:grpSpPr>
      <p:sp>
        <p:nvSpPr>
          <p:cNvPr id="875" name="Google Shape;875;p15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876" name="Google Shape;876;p15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9" name="Shape 999"/>
        <p:cNvGrpSpPr/>
        <p:nvPr/>
      </p:nvGrpSpPr>
      <p:grpSpPr>
        <a:xfrm>
          <a:off x="0" y="0"/>
          <a:ext cx="0" cy="0"/>
          <a:chOff x="0" y="0"/>
          <a:chExt cx="0" cy="0"/>
        </a:xfrm>
      </p:grpSpPr>
      <p:sp>
        <p:nvSpPr>
          <p:cNvPr id="1000" name="Google Shape;1000;p17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1pPr>
            <a:lvl2pPr lvl="1">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2pPr>
            <a:lvl3pPr lvl="2">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3pPr>
            <a:lvl4pPr lvl="3">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4pPr>
            <a:lvl5pPr lvl="4">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5pPr>
            <a:lvl6pPr lvl="5">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6pPr>
            <a:lvl7pPr lvl="6">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7pPr>
            <a:lvl8pPr lvl="7">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8pPr>
            <a:lvl9pPr lvl="8">
              <a:spcBef>
                <a:spcPts val="0"/>
              </a:spcBef>
              <a:spcAft>
                <a:spcPts val="0"/>
              </a:spcAft>
              <a:buClr>
                <a:srgbClr val="212121"/>
              </a:buClr>
              <a:buSzPts val="3500"/>
              <a:buFont typeface="Oswald"/>
              <a:buNone/>
              <a:defRPr b="1" sz="3500">
                <a:solidFill>
                  <a:srgbClr val="212121"/>
                </a:solidFill>
                <a:latin typeface="Oswald"/>
                <a:ea typeface="Oswald"/>
                <a:cs typeface="Oswald"/>
                <a:sym typeface="Oswald"/>
              </a:defRPr>
            </a:lvl9pPr>
          </a:lstStyle>
          <a:p/>
        </p:txBody>
      </p:sp>
      <p:sp>
        <p:nvSpPr>
          <p:cNvPr id="1001" name="Google Shape;1001;p17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212121"/>
              </a:buClr>
              <a:buSzPts val="1200"/>
              <a:buFont typeface="Barlow"/>
              <a:buChar char="●"/>
              <a:defRPr sz="1200">
                <a:solidFill>
                  <a:srgbClr val="212121"/>
                </a:solidFill>
                <a:latin typeface="Barlow"/>
                <a:ea typeface="Barlow"/>
                <a:cs typeface="Barlow"/>
                <a:sym typeface="Barlow"/>
              </a:defRPr>
            </a:lvl1pPr>
            <a:lvl2pPr indent="-304800" lvl="1" marL="914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2pPr>
            <a:lvl3pPr indent="-304800" lvl="2" marL="1371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3pPr>
            <a:lvl4pPr indent="-304800" lvl="3" marL="18288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4pPr>
            <a:lvl5pPr indent="-304800" lvl="4" marL="22860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5pPr>
            <a:lvl6pPr indent="-304800" lvl="5" marL="27432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6pPr>
            <a:lvl7pPr indent="-304800" lvl="6" marL="32004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7pPr>
            <a:lvl8pPr indent="-304800" lvl="7" marL="3657600">
              <a:lnSpc>
                <a:spcPct val="100000"/>
              </a:lnSpc>
              <a:spcBef>
                <a:spcPts val="1600"/>
              </a:spcBef>
              <a:spcAft>
                <a:spcPts val="0"/>
              </a:spcAft>
              <a:buClr>
                <a:srgbClr val="212121"/>
              </a:buClr>
              <a:buSzPts val="1200"/>
              <a:buFont typeface="Barlow"/>
              <a:buChar char="○"/>
              <a:defRPr sz="1200">
                <a:solidFill>
                  <a:srgbClr val="212121"/>
                </a:solidFill>
                <a:latin typeface="Barlow"/>
                <a:ea typeface="Barlow"/>
                <a:cs typeface="Barlow"/>
                <a:sym typeface="Barlow"/>
              </a:defRPr>
            </a:lvl8pPr>
            <a:lvl9pPr indent="-304800" lvl="8" marL="4114800">
              <a:lnSpc>
                <a:spcPct val="100000"/>
              </a:lnSpc>
              <a:spcBef>
                <a:spcPts val="1600"/>
              </a:spcBef>
              <a:spcAft>
                <a:spcPts val="1600"/>
              </a:spcAft>
              <a:buClr>
                <a:srgbClr val="212121"/>
              </a:buClr>
              <a:buSzPts val="1200"/>
              <a:buFont typeface="Barlow"/>
              <a:buChar char="■"/>
              <a:defRPr sz="1200">
                <a:solidFill>
                  <a:srgbClr val="21212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9.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20.jpg"/><Relationship Id="rId4" Type="http://schemas.openxmlformats.org/officeDocument/2006/relationships/image" Target="../media/image11.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3.xml"/><Relationship Id="rId3" Type="http://schemas.openxmlformats.org/officeDocument/2006/relationships/image" Target="../media/image1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4.xml"/><Relationship Id="rId3" Type="http://schemas.openxmlformats.org/officeDocument/2006/relationships/image" Target="../media/image21.jpg"/><Relationship Id="rId4" Type="http://schemas.openxmlformats.org/officeDocument/2006/relationships/image" Target="../media/image17.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notesSlide" Target="../notesSlides/notesSlide5.xml"/><Relationship Id="rId3" Type="http://schemas.openxmlformats.org/officeDocument/2006/relationships/image" Target="../media/image19.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6.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0.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7" name="Shape 1127"/>
        <p:cNvGrpSpPr/>
        <p:nvPr/>
      </p:nvGrpSpPr>
      <p:grpSpPr>
        <a:xfrm>
          <a:off x="0" y="0"/>
          <a:ext cx="0" cy="0"/>
          <a:chOff x="0" y="0"/>
          <a:chExt cx="0" cy="0"/>
        </a:xfrm>
      </p:grpSpPr>
      <p:grpSp>
        <p:nvGrpSpPr>
          <p:cNvPr id="1128" name="Google Shape;1128;p197"/>
          <p:cNvGrpSpPr/>
          <p:nvPr/>
        </p:nvGrpSpPr>
        <p:grpSpPr>
          <a:xfrm>
            <a:off x="6398575" y="3131102"/>
            <a:ext cx="1250400" cy="1250400"/>
            <a:chOff x="6398575" y="3131102"/>
            <a:chExt cx="1250400" cy="1250400"/>
          </a:xfrm>
        </p:grpSpPr>
        <p:sp>
          <p:nvSpPr>
            <p:cNvPr id="1129" name="Google Shape;1129;p197"/>
            <p:cNvSpPr/>
            <p:nvPr/>
          </p:nvSpPr>
          <p:spPr>
            <a:xfrm>
              <a:off x="6398575" y="3131102"/>
              <a:ext cx="1250400" cy="1250400"/>
            </a:xfrm>
            <a:prstGeom prst="ellipse">
              <a:avLst/>
            </a:prstGeom>
            <a:solidFill>
              <a:schemeClr val="lt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97"/>
            <p:cNvSpPr/>
            <p:nvPr/>
          </p:nvSpPr>
          <p:spPr>
            <a:xfrm>
              <a:off x="6669486" y="3502125"/>
              <a:ext cx="708593" cy="508345"/>
            </a:xfrm>
            <a:custGeom>
              <a:rect b="b" l="l" r="r" t="t"/>
              <a:pathLst>
                <a:path extrusionOk="0" h="10921" w="15223">
                  <a:moveTo>
                    <a:pt x="11323" y="1944"/>
                  </a:moveTo>
                  <a:cubicBezTo>
                    <a:pt x="12402" y="1944"/>
                    <a:pt x="13279" y="2821"/>
                    <a:pt x="13279" y="3900"/>
                  </a:cubicBezTo>
                  <a:cubicBezTo>
                    <a:pt x="13279" y="4241"/>
                    <a:pt x="13189" y="4575"/>
                    <a:pt x="13023" y="4867"/>
                  </a:cubicBezTo>
                  <a:cubicBezTo>
                    <a:pt x="12707" y="4708"/>
                    <a:pt x="12363" y="4600"/>
                    <a:pt x="12000" y="4553"/>
                  </a:cubicBezTo>
                  <a:cubicBezTo>
                    <a:pt x="11800" y="3581"/>
                    <a:pt x="11304" y="2725"/>
                    <a:pt x="10615" y="2078"/>
                  </a:cubicBezTo>
                  <a:cubicBezTo>
                    <a:pt x="10840" y="1991"/>
                    <a:pt x="11081" y="1944"/>
                    <a:pt x="11323" y="1944"/>
                  </a:cubicBezTo>
                  <a:close/>
                  <a:moveTo>
                    <a:pt x="7393" y="1755"/>
                  </a:moveTo>
                  <a:cubicBezTo>
                    <a:pt x="9294" y="1755"/>
                    <a:pt x="10896" y="3174"/>
                    <a:pt x="11117" y="5059"/>
                  </a:cubicBezTo>
                  <a:lnTo>
                    <a:pt x="11167" y="5479"/>
                  </a:lnTo>
                  <a:lnTo>
                    <a:pt x="11590" y="5479"/>
                  </a:lnTo>
                  <a:cubicBezTo>
                    <a:pt x="12828" y="5479"/>
                    <a:pt x="13836" y="6486"/>
                    <a:pt x="13836" y="7724"/>
                  </a:cubicBezTo>
                  <a:cubicBezTo>
                    <a:pt x="13836" y="8962"/>
                    <a:pt x="12828" y="9969"/>
                    <a:pt x="11590" y="9969"/>
                  </a:cubicBezTo>
                  <a:lnTo>
                    <a:pt x="3197" y="9969"/>
                  </a:lnTo>
                  <a:cubicBezTo>
                    <a:pt x="1959" y="9969"/>
                    <a:pt x="952" y="8962"/>
                    <a:pt x="952" y="7724"/>
                  </a:cubicBezTo>
                  <a:cubicBezTo>
                    <a:pt x="952" y="6486"/>
                    <a:pt x="1959" y="5479"/>
                    <a:pt x="3197" y="5479"/>
                  </a:cubicBezTo>
                  <a:lnTo>
                    <a:pt x="3620" y="5479"/>
                  </a:lnTo>
                  <a:lnTo>
                    <a:pt x="3670" y="5059"/>
                  </a:lnTo>
                  <a:cubicBezTo>
                    <a:pt x="3892" y="3174"/>
                    <a:pt x="5494" y="1755"/>
                    <a:pt x="7393" y="1755"/>
                  </a:cubicBezTo>
                  <a:close/>
                  <a:moveTo>
                    <a:pt x="10849" y="1"/>
                  </a:moveTo>
                  <a:lnTo>
                    <a:pt x="10849" y="1032"/>
                  </a:lnTo>
                  <a:cubicBezTo>
                    <a:pt x="10465" y="1096"/>
                    <a:pt x="10096" y="1237"/>
                    <a:pt x="9767" y="1445"/>
                  </a:cubicBezTo>
                  <a:cubicBezTo>
                    <a:pt x="9068" y="1036"/>
                    <a:pt x="8256" y="802"/>
                    <a:pt x="7394" y="802"/>
                  </a:cubicBezTo>
                  <a:cubicBezTo>
                    <a:pt x="5145" y="802"/>
                    <a:pt x="3232" y="2389"/>
                    <a:pt x="2787" y="4553"/>
                  </a:cubicBezTo>
                  <a:cubicBezTo>
                    <a:pt x="1217" y="4755"/>
                    <a:pt x="1" y="6099"/>
                    <a:pt x="1" y="7724"/>
                  </a:cubicBezTo>
                  <a:cubicBezTo>
                    <a:pt x="1" y="9487"/>
                    <a:pt x="1434" y="10920"/>
                    <a:pt x="3197" y="10920"/>
                  </a:cubicBezTo>
                  <a:lnTo>
                    <a:pt x="11590" y="10920"/>
                  </a:lnTo>
                  <a:cubicBezTo>
                    <a:pt x="13353" y="10920"/>
                    <a:pt x="14787" y="9487"/>
                    <a:pt x="14787" y="7724"/>
                  </a:cubicBezTo>
                  <a:cubicBezTo>
                    <a:pt x="14787" y="6818"/>
                    <a:pt x="14408" y="6001"/>
                    <a:pt x="13801" y="5418"/>
                  </a:cubicBezTo>
                  <a:cubicBezTo>
                    <a:pt x="13996" y="5098"/>
                    <a:pt x="14128" y="4745"/>
                    <a:pt x="14191" y="4374"/>
                  </a:cubicBezTo>
                  <a:lnTo>
                    <a:pt x="15222" y="4374"/>
                  </a:lnTo>
                  <a:lnTo>
                    <a:pt x="15222" y="3423"/>
                  </a:lnTo>
                  <a:lnTo>
                    <a:pt x="14191" y="3423"/>
                  </a:lnTo>
                  <a:cubicBezTo>
                    <a:pt x="14118" y="2976"/>
                    <a:pt x="13940" y="2563"/>
                    <a:pt x="13687" y="2208"/>
                  </a:cubicBezTo>
                  <a:lnTo>
                    <a:pt x="14417" y="1480"/>
                  </a:lnTo>
                  <a:lnTo>
                    <a:pt x="13743" y="806"/>
                  </a:lnTo>
                  <a:lnTo>
                    <a:pt x="13013" y="1536"/>
                  </a:lnTo>
                  <a:cubicBezTo>
                    <a:pt x="12660" y="1283"/>
                    <a:pt x="12247" y="1107"/>
                    <a:pt x="11800" y="1032"/>
                  </a:cubicBezTo>
                  <a:lnTo>
                    <a:pt x="11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1" name="Google Shape;1131;p197"/>
          <p:cNvSpPr txBox="1"/>
          <p:nvPr>
            <p:ph type="ctrTitle"/>
          </p:nvPr>
        </p:nvSpPr>
        <p:spPr>
          <a:xfrm>
            <a:off x="724400" y="594732"/>
            <a:ext cx="7402200" cy="32736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t/>
            </a:r>
            <a:endParaRPr sz="2950">
              <a:solidFill>
                <a:srgbClr val="000000"/>
              </a:solidFill>
            </a:endParaRPr>
          </a:p>
          <a:p>
            <a:pPr indent="0" lvl="0" marL="0" rtl="0" algn="ctr">
              <a:lnSpc>
                <a:spcPct val="100000"/>
              </a:lnSpc>
              <a:spcBef>
                <a:spcPts val="0"/>
              </a:spcBef>
              <a:spcAft>
                <a:spcPts val="0"/>
              </a:spcAft>
              <a:buNone/>
            </a:pPr>
            <a:r>
              <a:t/>
            </a:r>
            <a:endParaRPr sz="2950">
              <a:solidFill>
                <a:srgbClr val="000000"/>
              </a:solidFill>
            </a:endParaRPr>
          </a:p>
          <a:p>
            <a:pPr indent="0" lvl="0" marL="0" rtl="0" algn="ctr">
              <a:lnSpc>
                <a:spcPct val="100000"/>
              </a:lnSpc>
              <a:spcBef>
                <a:spcPts val="0"/>
              </a:spcBef>
              <a:spcAft>
                <a:spcPts val="0"/>
              </a:spcAft>
              <a:buNone/>
            </a:pPr>
            <a:r>
              <a:rPr lang="en-GB" sz="2950">
                <a:solidFill>
                  <a:srgbClr val="000000"/>
                </a:solidFill>
              </a:rPr>
              <a:t>Climate Modeling Research Project</a:t>
            </a:r>
            <a:endParaRPr sz="5500">
              <a:solidFill>
                <a:srgbClr val="AF7B51"/>
              </a:solidFill>
            </a:endParaRPr>
          </a:p>
          <a:p>
            <a:pPr indent="0" lvl="0" marL="0" rtl="0" algn="ctr">
              <a:lnSpc>
                <a:spcPct val="100000"/>
              </a:lnSpc>
              <a:spcBef>
                <a:spcPts val="0"/>
              </a:spcBef>
              <a:spcAft>
                <a:spcPts val="0"/>
              </a:spcAft>
              <a:buNone/>
            </a:pPr>
            <a:r>
              <a:t/>
            </a:r>
            <a:endParaRPr b="0" sz="1450">
              <a:solidFill>
                <a:srgbClr val="000000"/>
              </a:solidFill>
              <a:latin typeface="Arial"/>
              <a:ea typeface="Arial"/>
              <a:cs typeface="Arial"/>
              <a:sym typeface="Arial"/>
            </a:endParaRPr>
          </a:p>
          <a:p>
            <a:pPr indent="0" lvl="0" marL="0" rtl="0" algn="ctr">
              <a:lnSpc>
                <a:spcPct val="100000"/>
              </a:lnSpc>
              <a:spcBef>
                <a:spcPts val="0"/>
              </a:spcBef>
              <a:spcAft>
                <a:spcPts val="0"/>
              </a:spcAft>
              <a:buNone/>
            </a:pPr>
            <a:r>
              <a:t/>
            </a:r>
            <a:endParaRPr b="0" sz="1450">
              <a:solidFill>
                <a:srgbClr val="000000"/>
              </a:solidFill>
              <a:latin typeface="Arial"/>
              <a:ea typeface="Arial"/>
              <a:cs typeface="Arial"/>
              <a:sym typeface="Arial"/>
            </a:endParaRPr>
          </a:p>
          <a:p>
            <a:pPr indent="0" lvl="0" marL="0" rtl="0" algn="ctr">
              <a:lnSpc>
                <a:spcPct val="100000"/>
              </a:lnSpc>
              <a:spcBef>
                <a:spcPts val="0"/>
              </a:spcBef>
              <a:spcAft>
                <a:spcPts val="0"/>
              </a:spcAft>
              <a:buNone/>
            </a:pPr>
            <a:r>
              <a:t/>
            </a:r>
            <a:endParaRPr b="0" sz="1450">
              <a:solidFill>
                <a:srgbClr val="000000"/>
              </a:solidFill>
              <a:latin typeface="Arial"/>
              <a:ea typeface="Arial"/>
              <a:cs typeface="Arial"/>
              <a:sym typeface="Arial"/>
            </a:endParaRPr>
          </a:p>
          <a:p>
            <a:pPr indent="0" lvl="0" marL="0" rtl="0" algn="ctr">
              <a:lnSpc>
                <a:spcPct val="100000"/>
              </a:lnSpc>
              <a:spcBef>
                <a:spcPts val="0"/>
              </a:spcBef>
              <a:spcAft>
                <a:spcPts val="0"/>
              </a:spcAft>
              <a:buNone/>
            </a:pPr>
            <a:r>
              <a:rPr b="0" lang="en-GB" sz="1450">
                <a:solidFill>
                  <a:srgbClr val="000000"/>
                </a:solidFill>
              </a:rPr>
              <a:t>26-1-R-14: Capacitor Physics as an Analogy for Thermal Energy Dynamics</a:t>
            </a:r>
            <a:endParaRPr b="0" sz="1450">
              <a:solidFill>
                <a:srgbClr val="000000"/>
              </a:solidFill>
            </a:endParaRPr>
          </a:p>
          <a:p>
            <a:pPr indent="0" lvl="0" marL="0" rtl="0" algn="ctr">
              <a:lnSpc>
                <a:spcPct val="100000"/>
              </a:lnSpc>
              <a:spcBef>
                <a:spcPts val="0"/>
              </a:spcBef>
              <a:spcAft>
                <a:spcPts val="0"/>
              </a:spcAft>
              <a:buNone/>
            </a:pPr>
            <a:r>
              <a:t/>
            </a:r>
            <a:endParaRPr b="0" sz="1450">
              <a:solidFill>
                <a:srgbClr val="000000"/>
              </a:solidFill>
            </a:endParaRPr>
          </a:p>
          <a:p>
            <a:pPr indent="0" lvl="0" marL="0" rtl="0" algn="ctr">
              <a:lnSpc>
                <a:spcPct val="100000"/>
              </a:lnSpc>
              <a:spcBef>
                <a:spcPts val="0"/>
              </a:spcBef>
              <a:spcAft>
                <a:spcPts val="0"/>
              </a:spcAft>
              <a:buNone/>
            </a:pPr>
            <a:r>
              <a:rPr b="0" lang="en-GB" sz="1450">
                <a:solidFill>
                  <a:srgbClr val="000000"/>
                </a:solidFill>
              </a:rPr>
              <a:t>Team Members: Ron Salama &amp; Lior Dagash</a:t>
            </a:r>
            <a:endParaRPr b="0" sz="1450">
              <a:solidFill>
                <a:srgbClr val="000000"/>
              </a:solidFill>
            </a:endParaRPr>
          </a:p>
          <a:p>
            <a:pPr indent="0" lvl="0" marL="0" rtl="0" algn="ctr">
              <a:lnSpc>
                <a:spcPct val="100000"/>
              </a:lnSpc>
              <a:spcBef>
                <a:spcPts val="0"/>
              </a:spcBef>
              <a:spcAft>
                <a:spcPts val="0"/>
              </a:spcAft>
              <a:buNone/>
            </a:pPr>
            <a:r>
              <a:t/>
            </a:r>
            <a:endParaRPr b="0" sz="1450">
              <a:solidFill>
                <a:srgbClr val="000000"/>
              </a:solidFill>
            </a:endParaRPr>
          </a:p>
          <a:p>
            <a:pPr indent="0" lvl="0" marL="0" rtl="0" algn="ctr">
              <a:lnSpc>
                <a:spcPct val="100000"/>
              </a:lnSpc>
              <a:spcBef>
                <a:spcPts val="0"/>
              </a:spcBef>
              <a:spcAft>
                <a:spcPts val="0"/>
              </a:spcAft>
              <a:buNone/>
            </a:pPr>
            <a:r>
              <a:rPr b="0" lang="en-GB" sz="1450">
                <a:solidFill>
                  <a:srgbClr val="000000"/>
                </a:solidFill>
              </a:rPr>
              <a:t>Supervisor: Dr. Zakharia Frenkel</a:t>
            </a:r>
            <a:endParaRPr b="0" sz="1450">
              <a:solidFill>
                <a:srgbClr val="000000"/>
              </a:solidFill>
            </a:endParaRPr>
          </a:p>
          <a:p>
            <a:pPr indent="0" lvl="0" marL="0" rtl="0" algn="l">
              <a:spcBef>
                <a:spcPts val="0"/>
              </a:spcBef>
              <a:spcAft>
                <a:spcPts val="0"/>
              </a:spcAft>
              <a:buNone/>
            </a:pPr>
            <a:r>
              <a:t/>
            </a:r>
            <a:endParaRPr>
              <a:solidFill>
                <a:schemeClr val="dk1"/>
              </a:solidFill>
            </a:endParaRPr>
          </a:p>
        </p:txBody>
      </p:sp>
      <p:grpSp>
        <p:nvGrpSpPr>
          <p:cNvPr id="1132" name="Google Shape;1132;p197"/>
          <p:cNvGrpSpPr/>
          <p:nvPr/>
        </p:nvGrpSpPr>
        <p:grpSpPr>
          <a:xfrm>
            <a:off x="7131590" y="2377426"/>
            <a:ext cx="1250400" cy="1250400"/>
            <a:chOff x="7131590" y="2377426"/>
            <a:chExt cx="1250400" cy="1250400"/>
          </a:xfrm>
        </p:grpSpPr>
        <p:sp>
          <p:nvSpPr>
            <p:cNvPr id="1133" name="Google Shape;1133;p197"/>
            <p:cNvSpPr/>
            <p:nvPr/>
          </p:nvSpPr>
          <p:spPr>
            <a:xfrm>
              <a:off x="7131590" y="2377426"/>
              <a:ext cx="1250400" cy="1250400"/>
            </a:xfrm>
            <a:prstGeom prst="ellipse">
              <a:avLst/>
            </a:prstGeom>
            <a:solidFill>
              <a:schemeClr val="dk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97"/>
            <p:cNvSpPr/>
            <p:nvPr/>
          </p:nvSpPr>
          <p:spPr>
            <a:xfrm>
              <a:off x="7402498" y="2648325"/>
              <a:ext cx="708602" cy="708602"/>
            </a:xfrm>
            <a:custGeom>
              <a:rect b="b" l="l" r="r" t="t"/>
              <a:pathLst>
                <a:path extrusionOk="0" h="15386" w="15386">
                  <a:moveTo>
                    <a:pt x="7693" y="3274"/>
                  </a:moveTo>
                  <a:cubicBezTo>
                    <a:pt x="10129" y="3274"/>
                    <a:pt x="12112" y="5257"/>
                    <a:pt x="12112" y="7693"/>
                  </a:cubicBezTo>
                  <a:cubicBezTo>
                    <a:pt x="12112" y="10131"/>
                    <a:pt x="10129" y="12114"/>
                    <a:pt x="7693" y="12114"/>
                  </a:cubicBezTo>
                  <a:cubicBezTo>
                    <a:pt x="5255" y="12114"/>
                    <a:pt x="3272" y="10131"/>
                    <a:pt x="3272" y="7693"/>
                  </a:cubicBezTo>
                  <a:cubicBezTo>
                    <a:pt x="3272" y="5257"/>
                    <a:pt x="5255" y="3274"/>
                    <a:pt x="7693" y="3274"/>
                  </a:cubicBezTo>
                  <a:close/>
                  <a:moveTo>
                    <a:pt x="7216" y="1"/>
                  </a:moveTo>
                  <a:lnTo>
                    <a:pt x="7216" y="2343"/>
                  </a:lnTo>
                  <a:cubicBezTo>
                    <a:pt x="6092" y="2443"/>
                    <a:pt x="5067" y="2889"/>
                    <a:pt x="4248" y="3576"/>
                  </a:cubicBezTo>
                  <a:lnTo>
                    <a:pt x="2590" y="1918"/>
                  </a:lnTo>
                  <a:lnTo>
                    <a:pt x="1916" y="2590"/>
                  </a:lnTo>
                  <a:lnTo>
                    <a:pt x="3574" y="4248"/>
                  </a:lnTo>
                  <a:cubicBezTo>
                    <a:pt x="2888" y="5067"/>
                    <a:pt x="2441" y="6093"/>
                    <a:pt x="2342" y="7217"/>
                  </a:cubicBezTo>
                  <a:lnTo>
                    <a:pt x="0" y="7217"/>
                  </a:lnTo>
                  <a:lnTo>
                    <a:pt x="0" y="8170"/>
                  </a:lnTo>
                  <a:lnTo>
                    <a:pt x="2342" y="8170"/>
                  </a:lnTo>
                  <a:cubicBezTo>
                    <a:pt x="2442" y="9294"/>
                    <a:pt x="2888" y="10319"/>
                    <a:pt x="3576" y="11138"/>
                  </a:cubicBezTo>
                  <a:lnTo>
                    <a:pt x="1916" y="12796"/>
                  </a:lnTo>
                  <a:lnTo>
                    <a:pt x="2590" y="13470"/>
                  </a:lnTo>
                  <a:lnTo>
                    <a:pt x="4248" y="11812"/>
                  </a:lnTo>
                  <a:cubicBezTo>
                    <a:pt x="5067" y="12498"/>
                    <a:pt x="6092" y="12945"/>
                    <a:pt x="7216" y="13044"/>
                  </a:cubicBezTo>
                  <a:lnTo>
                    <a:pt x="7216" y="15386"/>
                  </a:lnTo>
                  <a:lnTo>
                    <a:pt x="8169" y="15386"/>
                  </a:lnTo>
                  <a:lnTo>
                    <a:pt x="8169" y="13044"/>
                  </a:lnTo>
                  <a:cubicBezTo>
                    <a:pt x="9293" y="12945"/>
                    <a:pt x="10319" y="12498"/>
                    <a:pt x="11138" y="11812"/>
                  </a:cubicBezTo>
                  <a:lnTo>
                    <a:pt x="12796" y="13470"/>
                  </a:lnTo>
                  <a:lnTo>
                    <a:pt x="13468" y="12796"/>
                  </a:lnTo>
                  <a:lnTo>
                    <a:pt x="11810" y="11138"/>
                  </a:lnTo>
                  <a:cubicBezTo>
                    <a:pt x="12497" y="10319"/>
                    <a:pt x="12943" y="9294"/>
                    <a:pt x="13043" y="8170"/>
                  </a:cubicBezTo>
                  <a:lnTo>
                    <a:pt x="15385" y="8170"/>
                  </a:lnTo>
                  <a:lnTo>
                    <a:pt x="15385" y="7217"/>
                  </a:lnTo>
                  <a:lnTo>
                    <a:pt x="13043" y="7217"/>
                  </a:lnTo>
                  <a:cubicBezTo>
                    <a:pt x="12943" y="6093"/>
                    <a:pt x="12497" y="5067"/>
                    <a:pt x="11810" y="4248"/>
                  </a:cubicBezTo>
                  <a:lnTo>
                    <a:pt x="13468" y="2590"/>
                  </a:lnTo>
                  <a:lnTo>
                    <a:pt x="12796" y="1918"/>
                  </a:lnTo>
                  <a:lnTo>
                    <a:pt x="11138" y="3576"/>
                  </a:lnTo>
                  <a:cubicBezTo>
                    <a:pt x="10319" y="2889"/>
                    <a:pt x="9293" y="2443"/>
                    <a:pt x="8167" y="2343"/>
                  </a:cubicBezTo>
                  <a:lnTo>
                    <a:pt x="816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35" name="Google Shape;1135;p197" title="BraudeLogo.png"/>
          <p:cNvPicPr preferRelativeResize="0"/>
          <p:nvPr/>
        </p:nvPicPr>
        <p:blipFill>
          <a:blip r:embed="rId4">
            <a:alphaModFix/>
          </a:blip>
          <a:stretch>
            <a:fillRect/>
          </a:stretch>
        </p:blipFill>
        <p:spPr>
          <a:xfrm>
            <a:off x="481800" y="3627832"/>
            <a:ext cx="4093484" cy="970368"/>
          </a:xfrm>
          <a:prstGeom prst="rect">
            <a:avLst/>
          </a:prstGeom>
          <a:noFill/>
          <a:ln>
            <a:noFill/>
          </a:ln>
        </p:spPr>
      </p:pic>
      <p:sp>
        <p:nvSpPr>
          <p:cNvPr id="1136" name="Google Shape;1136;p197"/>
          <p:cNvSpPr txBox="1"/>
          <p:nvPr/>
        </p:nvSpPr>
        <p:spPr>
          <a:xfrm>
            <a:off x="0" y="4749400"/>
            <a:ext cx="463500" cy="4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1</a:t>
            </a:r>
            <a:endParaRPr b="1" sz="2000">
              <a:solidFill>
                <a:srgbClr val="212121"/>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0" name="Shape 1140"/>
        <p:cNvGrpSpPr/>
        <p:nvPr/>
      </p:nvGrpSpPr>
      <p:grpSpPr>
        <a:xfrm>
          <a:off x="0" y="0"/>
          <a:ext cx="0" cy="0"/>
          <a:chOff x="0" y="0"/>
          <a:chExt cx="0" cy="0"/>
        </a:xfrm>
      </p:grpSpPr>
      <p:sp>
        <p:nvSpPr>
          <p:cNvPr id="1141" name="Google Shape;1141;p198"/>
          <p:cNvSpPr txBox="1"/>
          <p:nvPr>
            <p:ph type="title"/>
          </p:nvPr>
        </p:nvSpPr>
        <p:spPr>
          <a:xfrm>
            <a:off x="308375" y="2571750"/>
            <a:ext cx="6245700" cy="210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The Problem: Uncertainty in Chaos</a:t>
            </a:r>
            <a:endParaRPr sz="2000"/>
          </a:p>
          <a:p>
            <a:pPr indent="0" lvl="0" marL="0" rtl="0" algn="l">
              <a:spcBef>
                <a:spcPts val="0"/>
              </a:spcBef>
              <a:spcAft>
                <a:spcPts val="0"/>
              </a:spcAft>
              <a:buNone/>
            </a:pPr>
            <a:r>
              <a:rPr lang="en-GB" sz="2000"/>
              <a:t>Challenge: Predicting WHERE and WHEN</a:t>
            </a:r>
            <a:endParaRPr sz="2000"/>
          </a:p>
        </p:txBody>
      </p:sp>
      <p:grpSp>
        <p:nvGrpSpPr>
          <p:cNvPr id="1142" name="Google Shape;1142;p198"/>
          <p:cNvGrpSpPr/>
          <p:nvPr/>
        </p:nvGrpSpPr>
        <p:grpSpPr>
          <a:xfrm>
            <a:off x="6645723" y="3695898"/>
            <a:ext cx="979800" cy="979800"/>
            <a:chOff x="708573" y="2036398"/>
            <a:chExt cx="979800" cy="979800"/>
          </a:xfrm>
        </p:grpSpPr>
        <p:sp>
          <p:nvSpPr>
            <p:cNvPr id="1143" name="Google Shape;1143;p198"/>
            <p:cNvSpPr/>
            <p:nvPr/>
          </p:nvSpPr>
          <p:spPr>
            <a:xfrm>
              <a:off x="708573" y="2036398"/>
              <a:ext cx="979800" cy="979800"/>
            </a:xfrm>
            <a:prstGeom prst="ellipse">
              <a:avLst/>
            </a:prstGeom>
            <a:solidFill>
              <a:schemeClr val="lt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98"/>
            <p:cNvSpPr/>
            <p:nvPr/>
          </p:nvSpPr>
          <p:spPr>
            <a:xfrm>
              <a:off x="951358" y="2279218"/>
              <a:ext cx="494237" cy="494237"/>
            </a:xfrm>
            <a:custGeom>
              <a:rect b="b" l="l" r="r" t="t"/>
              <a:pathLst>
                <a:path extrusionOk="0" h="15386" w="15386">
                  <a:moveTo>
                    <a:pt x="7693" y="952"/>
                  </a:moveTo>
                  <a:cubicBezTo>
                    <a:pt x="8192" y="952"/>
                    <a:pt x="8677" y="1008"/>
                    <a:pt x="9146" y="1111"/>
                  </a:cubicBezTo>
                  <a:cubicBezTo>
                    <a:pt x="8899" y="1674"/>
                    <a:pt x="8333" y="2062"/>
                    <a:pt x="7693" y="2062"/>
                  </a:cubicBezTo>
                  <a:cubicBezTo>
                    <a:pt x="7053" y="2062"/>
                    <a:pt x="6487" y="1674"/>
                    <a:pt x="6238" y="1111"/>
                  </a:cubicBezTo>
                  <a:cubicBezTo>
                    <a:pt x="6707" y="1008"/>
                    <a:pt x="7194" y="952"/>
                    <a:pt x="7693" y="952"/>
                  </a:cubicBezTo>
                  <a:close/>
                  <a:moveTo>
                    <a:pt x="3491" y="3667"/>
                  </a:moveTo>
                  <a:cubicBezTo>
                    <a:pt x="3691" y="3667"/>
                    <a:pt x="3855" y="3829"/>
                    <a:pt x="3855" y="4030"/>
                  </a:cubicBezTo>
                  <a:cubicBezTo>
                    <a:pt x="3855" y="4230"/>
                    <a:pt x="3691" y="4392"/>
                    <a:pt x="3491" y="4392"/>
                  </a:cubicBezTo>
                  <a:lnTo>
                    <a:pt x="3016" y="4392"/>
                  </a:lnTo>
                  <a:lnTo>
                    <a:pt x="3016" y="7320"/>
                  </a:lnTo>
                  <a:lnTo>
                    <a:pt x="962" y="7320"/>
                  </a:lnTo>
                  <a:cubicBezTo>
                    <a:pt x="1036" y="5956"/>
                    <a:pt x="1519" y="4697"/>
                    <a:pt x="2289" y="3667"/>
                  </a:cubicBezTo>
                  <a:close/>
                  <a:moveTo>
                    <a:pt x="2505" y="10231"/>
                  </a:moveTo>
                  <a:lnTo>
                    <a:pt x="3789" y="11514"/>
                  </a:lnTo>
                  <a:lnTo>
                    <a:pt x="3789" y="13186"/>
                  </a:lnTo>
                  <a:cubicBezTo>
                    <a:pt x="2753" y="12447"/>
                    <a:pt x="1936" y="11423"/>
                    <a:pt x="1449" y="10231"/>
                  </a:cubicBezTo>
                  <a:close/>
                  <a:moveTo>
                    <a:pt x="12448" y="2921"/>
                  </a:moveTo>
                  <a:cubicBezTo>
                    <a:pt x="13674" y="4142"/>
                    <a:pt x="14434" y="5830"/>
                    <a:pt x="14434" y="7693"/>
                  </a:cubicBezTo>
                  <a:cubicBezTo>
                    <a:pt x="14434" y="10844"/>
                    <a:pt x="12260" y="13496"/>
                    <a:pt x="9334" y="14231"/>
                  </a:cubicBezTo>
                  <a:lnTo>
                    <a:pt x="9334" y="11155"/>
                  </a:lnTo>
                  <a:lnTo>
                    <a:pt x="8858" y="11155"/>
                  </a:lnTo>
                  <a:cubicBezTo>
                    <a:pt x="8293" y="11155"/>
                    <a:pt x="7832" y="10695"/>
                    <a:pt x="7832" y="10129"/>
                  </a:cubicBezTo>
                  <a:cubicBezTo>
                    <a:pt x="7832" y="9565"/>
                    <a:pt x="8293" y="9104"/>
                    <a:pt x="8858" y="9104"/>
                  </a:cubicBezTo>
                  <a:lnTo>
                    <a:pt x="13093" y="9104"/>
                  </a:lnTo>
                  <a:lnTo>
                    <a:pt x="13093" y="6249"/>
                  </a:lnTo>
                  <a:lnTo>
                    <a:pt x="9166" y="6249"/>
                  </a:lnTo>
                  <a:lnTo>
                    <a:pt x="9166" y="5298"/>
                  </a:lnTo>
                  <a:lnTo>
                    <a:pt x="10886" y="5298"/>
                  </a:lnTo>
                  <a:lnTo>
                    <a:pt x="10886" y="4357"/>
                  </a:lnTo>
                  <a:cubicBezTo>
                    <a:pt x="10886" y="4248"/>
                    <a:pt x="10983" y="4125"/>
                    <a:pt x="11089" y="4092"/>
                  </a:cubicBezTo>
                  <a:lnTo>
                    <a:pt x="12448" y="4092"/>
                  </a:lnTo>
                  <a:lnTo>
                    <a:pt x="12448" y="2921"/>
                  </a:lnTo>
                  <a:close/>
                  <a:moveTo>
                    <a:pt x="10064" y="1383"/>
                  </a:moveTo>
                  <a:cubicBezTo>
                    <a:pt x="10573" y="1575"/>
                    <a:pt x="11054" y="1827"/>
                    <a:pt x="11497" y="2132"/>
                  </a:cubicBezTo>
                  <a:lnTo>
                    <a:pt x="11497" y="3139"/>
                  </a:lnTo>
                  <a:lnTo>
                    <a:pt x="10997" y="3139"/>
                  </a:lnTo>
                  <a:lnTo>
                    <a:pt x="10957" y="3147"/>
                  </a:lnTo>
                  <a:cubicBezTo>
                    <a:pt x="10387" y="3242"/>
                    <a:pt x="9941" y="3769"/>
                    <a:pt x="9935" y="4347"/>
                  </a:cubicBezTo>
                  <a:lnTo>
                    <a:pt x="8213" y="4347"/>
                  </a:lnTo>
                  <a:lnTo>
                    <a:pt x="8213" y="7202"/>
                  </a:lnTo>
                  <a:lnTo>
                    <a:pt x="12141" y="7202"/>
                  </a:lnTo>
                  <a:lnTo>
                    <a:pt x="12141" y="8153"/>
                  </a:lnTo>
                  <a:lnTo>
                    <a:pt x="8858" y="8153"/>
                  </a:lnTo>
                  <a:cubicBezTo>
                    <a:pt x="7769" y="8153"/>
                    <a:pt x="6881" y="9040"/>
                    <a:pt x="6881" y="10129"/>
                  </a:cubicBezTo>
                  <a:cubicBezTo>
                    <a:pt x="6881" y="11056"/>
                    <a:pt x="7521" y="11836"/>
                    <a:pt x="8383" y="12050"/>
                  </a:cubicBezTo>
                  <a:lnTo>
                    <a:pt x="8383" y="14398"/>
                  </a:lnTo>
                  <a:cubicBezTo>
                    <a:pt x="8155" y="14421"/>
                    <a:pt x="7925" y="14433"/>
                    <a:pt x="7693" y="14433"/>
                  </a:cubicBezTo>
                  <a:cubicBezTo>
                    <a:pt x="6634" y="14433"/>
                    <a:pt x="5633" y="14187"/>
                    <a:pt x="4741" y="13752"/>
                  </a:cubicBezTo>
                  <a:lnTo>
                    <a:pt x="4741" y="11122"/>
                  </a:lnTo>
                  <a:lnTo>
                    <a:pt x="2899" y="9280"/>
                  </a:lnTo>
                  <a:lnTo>
                    <a:pt x="1141" y="9280"/>
                  </a:lnTo>
                  <a:cubicBezTo>
                    <a:pt x="1062" y="8952"/>
                    <a:pt x="1006" y="8616"/>
                    <a:pt x="977" y="8273"/>
                  </a:cubicBezTo>
                  <a:lnTo>
                    <a:pt x="3967" y="8273"/>
                  </a:lnTo>
                  <a:lnTo>
                    <a:pt x="3967" y="5255"/>
                  </a:lnTo>
                  <a:cubicBezTo>
                    <a:pt x="4457" y="5064"/>
                    <a:pt x="4806" y="4586"/>
                    <a:pt x="4806" y="4030"/>
                  </a:cubicBezTo>
                  <a:cubicBezTo>
                    <a:pt x="4806" y="3305"/>
                    <a:pt x="4216" y="2714"/>
                    <a:pt x="3491" y="2714"/>
                  </a:cubicBezTo>
                  <a:lnTo>
                    <a:pt x="3152" y="2714"/>
                  </a:lnTo>
                  <a:cubicBezTo>
                    <a:pt x="3779" y="2143"/>
                    <a:pt x="4515" y="1687"/>
                    <a:pt x="5322" y="1383"/>
                  </a:cubicBezTo>
                  <a:cubicBezTo>
                    <a:pt x="5469" y="1766"/>
                    <a:pt x="5708" y="2112"/>
                    <a:pt x="6022" y="2387"/>
                  </a:cubicBezTo>
                  <a:cubicBezTo>
                    <a:pt x="6485" y="2792"/>
                    <a:pt x="7078" y="3013"/>
                    <a:pt x="7693" y="3013"/>
                  </a:cubicBezTo>
                  <a:cubicBezTo>
                    <a:pt x="8307" y="3013"/>
                    <a:pt x="8900" y="2792"/>
                    <a:pt x="9363" y="2387"/>
                  </a:cubicBezTo>
                  <a:cubicBezTo>
                    <a:pt x="9677" y="2112"/>
                    <a:pt x="9917" y="1766"/>
                    <a:pt x="10064" y="1383"/>
                  </a:cubicBezTo>
                  <a:close/>
                  <a:moveTo>
                    <a:pt x="7693" y="1"/>
                  </a:moveTo>
                  <a:cubicBezTo>
                    <a:pt x="5637" y="1"/>
                    <a:pt x="3706" y="802"/>
                    <a:pt x="2253" y="2253"/>
                  </a:cubicBezTo>
                  <a:cubicBezTo>
                    <a:pt x="801" y="3707"/>
                    <a:pt x="0" y="5638"/>
                    <a:pt x="0" y="7693"/>
                  </a:cubicBezTo>
                  <a:cubicBezTo>
                    <a:pt x="0" y="9747"/>
                    <a:pt x="801" y="11680"/>
                    <a:pt x="2253" y="13132"/>
                  </a:cubicBezTo>
                  <a:cubicBezTo>
                    <a:pt x="3706" y="14585"/>
                    <a:pt x="5637" y="15386"/>
                    <a:pt x="7693" y="15386"/>
                  </a:cubicBezTo>
                  <a:cubicBezTo>
                    <a:pt x="9747" y="15386"/>
                    <a:pt x="11679" y="14585"/>
                    <a:pt x="13131" y="13132"/>
                  </a:cubicBezTo>
                  <a:cubicBezTo>
                    <a:pt x="14584" y="11680"/>
                    <a:pt x="15385" y="9747"/>
                    <a:pt x="15385" y="7693"/>
                  </a:cubicBezTo>
                  <a:cubicBezTo>
                    <a:pt x="15385" y="5638"/>
                    <a:pt x="14584" y="3707"/>
                    <a:pt x="13131" y="2253"/>
                  </a:cubicBezTo>
                  <a:lnTo>
                    <a:pt x="13133" y="2253"/>
                  </a:lnTo>
                  <a:cubicBezTo>
                    <a:pt x="11679" y="800"/>
                    <a:pt x="9747" y="1"/>
                    <a:pt x="76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5" name="Google Shape;1145;p198"/>
          <p:cNvGrpSpPr/>
          <p:nvPr/>
        </p:nvGrpSpPr>
        <p:grpSpPr>
          <a:xfrm>
            <a:off x="7208052" y="563150"/>
            <a:ext cx="979800" cy="979800"/>
            <a:chOff x="7455627" y="1221675"/>
            <a:chExt cx="979800" cy="979800"/>
          </a:xfrm>
        </p:grpSpPr>
        <p:sp>
          <p:nvSpPr>
            <p:cNvPr id="1146" name="Google Shape;1146;p198"/>
            <p:cNvSpPr/>
            <p:nvPr/>
          </p:nvSpPr>
          <p:spPr>
            <a:xfrm>
              <a:off x="7455627" y="1221675"/>
              <a:ext cx="979800" cy="979800"/>
            </a:xfrm>
            <a:prstGeom prst="ellipse">
              <a:avLst/>
            </a:prstGeom>
            <a:solidFill>
              <a:schemeClr val="dk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7" name="Google Shape;1147;p198"/>
            <p:cNvGrpSpPr/>
            <p:nvPr/>
          </p:nvGrpSpPr>
          <p:grpSpPr>
            <a:xfrm>
              <a:off x="7706857" y="1442088"/>
              <a:ext cx="477340" cy="538975"/>
              <a:chOff x="7778421" y="1517757"/>
              <a:chExt cx="371500" cy="419468"/>
            </a:xfrm>
          </p:grpSpPr>
          <p:grpSp>
            <p:nvGrpSpPr>
              <p:cNvPr id="1148" name="Google Shape;1148;p198"/>
              <p:cNvGrpSpPr/>
              <p:nvPr/>
            </p:nvGrpSpPr>
            <p:grpSpPr>
              <a:xfrm>
                <a:off x="7778421" y="1517757"/>
                <a:ext cx="371500" cy="382975"/>
                <a:chOff x="7772288" y="1404225"/>
                <a:chExt cx="371500" cy="382975"/>
              </a:xfrm>
            </p:grpSpPr>
            <p:sp>
              <p:nvSpPr>
                <p:cNvPr id="1149" name="Google Shape;1149;p198"/>
                <p:cNvSpPr/>
                <p:nvPr/>
              </p:nvSpPr>
              <p:spPr>
                <a:xfrm>
                  <a:off x="7772288" y="1404225"/>
                  <a:ext cx="371500" cy="382975"/>
                </a:xfrm>
                <a:custGeom>
                  <a:rect b="b" l="l" r="r" t="t"/>
                  <a:pathLst>
                    <a:path extrusionOk="0" h="15319" w="14860">
                      <a:moveTo>
                        <a:pt x="12432" y="1020"/>
                      </a:moveTo>
                      <a:lnTo>
                        <a:pt x="12432" y="1020"/>
                      </a:lnTo>
                      <a:cubicBezTo>
                        <a:pt x="12508" y="1041"/>
                        <a:pt x="12584" y="1067"/>
                        <a:pt x="12658" y="1097"/>
                      </a:cubicBezTo>
                      <a:cubicBezTo>
                        <a:pt x="13129" y="1293"/>
                        <a:pt x="13494" y="1658"/>
                        <a:pt x="13688" y="2127"/>
                      </a:cubicBezTo>
                      <a:cubicBezTo>
                        <a:pt x="13884" y="2597"/>
                        <a:pt x="13884" y="3115"/>
                        <a:pt x="13688" y="3585"/>
                      </a:cubicBezTo>
                      <a:cubicBezTo>
                        <a:pt x="13496" y="4052"/>
                        <a:pt x="13124" y="4421"/>
                        <a:pt x="12660" y="4613"/>
                      </a:cubicBezTo>
                      <a:cubicBezTo>
                        <a:pt x="12449" y="4538"/>
                        <a:pt x="12227" y="4483"/>
                        <a:pt x="11998" y="4454"/>
                      </a:cubicBezTo>
                      <a:cubicBezTo>
                        <a:pt x="11957" y="4255"/>
                        <a:pt x="11904" y="4061"/>
                        <a:pt x="11841" y="3873"/>
                      </a:cubicBezTo>
                      <a:cubicBezTo>
                        <a:pt x="12064" y="3629"/>
                        <a:pt x="12241" y="3350"/>
                        <a:pt x="12370" y="3039"/>
                      </a:cubicBezTo>
                      <a:cubicBezTo>
                        <a:pt x="12640" y="2388"/>
                        <a:pt x="12654" y="1669"/>
                        <a:pt x="12432" y="1020"/>
                      </a:cubicBezTo>
                      <a:close/>
                      <a:moveTo>
                        <a:pt x="7393" y="1654"/>
                      </a:moveTo>
                      <a:cubicBezTo>
                        <a:pt x="9294" y="1654"/>
                        <a:pt x="10894" y="3075"/>
                        <a:pt x="11117" y="4959"/>
                      </a:cubicBezTo>
                      <a:lnTo>
                        <a:pt x="11167" y="5380"/>
                      </a:lnTo>
                      <a:lnTo>
                        <a:pt x="11589" y="5380"/>
                      </a:lnTo>
                      <a:cubicBezTo>
                        <a:pt x="12827" y="5380"/>
                        <a:pt x="13834" y="6387"/>
                        <a:pt x="13834" y="7625"/>
                      </a:cubicBezTo>
                      <a:cubicBezTo>
                        <a:pt x="13834" y="8863"/>
                        <a:pt x="12828" y="9870"/>
                        <a:pt x="11590" y="9870"/>
                      </a:cubicBezTo>
                      <a:lnTo>
                        <a:pt x="3197" y="9870"/>
                      </a:lnTo>
                      <a:cubicBezTo>
                        <a:pt x="1959" y="9870"/>
                        <a:pt x="952" y="8863"/>
                        <a:pt x="952" y="7625"/>
                      </a:cubicBezTo>
                      <a:cubicBezTo>
                        <a:pt x="952" y="6387"/>
                        <a:pt x="1959" y="5380"/>
                        <a:pt x="3197" y="5380"/>
                      </a:cubicBezTo>
                      <a:lnTo>
                        <a:pt x="3620" y="5380"/>
                      </a:lnTo>
                      <a:lnTo>
                        <a:pt x="3669" y="4959"/>
                      </a:lnTo>
                      <a:cubicBezTo>
                        <a:pt x="3892" y="3075"/>
                        <a:pt x="5492" y="1654"/>
                        <a:pt x="7393" y="1654"/>
                      </a:cubicBezTo>
                      <a:close/>
                      <a:moveTo>
                        <a:pt x="11933" y="1"/>
                      </a:moveTo>
                      <a:cubicBezTo>
                        <a:pt x="11808" y="1"/>
                        <a:pt x="11682" y="9"/>
                        <a:pt x="11557" y="26"/>
                      </a:cubicBezTo>
                      <a:lnTo>
                        <a:pt x="10742" y="134"/>
                      </a:lnTo>
                      <a:lnTo>
                        <a:pt x="11243" y="786"/>
                      </a:lnTo>
                      <a:cubicBezTo>
                        <a:pt x="11656" y="1326"/>
                        <a:pt x="11750" y="2048"/>
                        <a:pt x="11492" y="2673"/>
                      </a:cubicBezTo>
                      <a:cubicBezTo>
                        <a:pt x="11458" y="2754"/>
                        <a:pt x="11419" y="2831"/>
                        <a:pt x="11376" y="2904"/>
                      </a:cubicBezTo>
                      <a:cubicBezTo>
                        <a:pt x="10541" y="1573"/>
                        <a:pt x="9058" y="703"/>
                        <a:pt x="7393" y="703"/>
                      </a:cubicBezTo>
                      <a:cubicBezTo>
                        <a:pt x="5145" y="703"/>
                        <a:pt x="3232" y="2289"/>
                        <a:pt x="2787" y="4454"/>
                      </a:cubicBezTo>
                      <a:cubicBezTo>
                        <a:pt x="1217" y="4656"/>
                        <a:pt x="0" y="6000"/>
                        <a:pt x="0" y="7625"/>
                      </a:cubicBezTo>
                      <a:cubicBezTo>
                        <a:pt x="0" y="9248"/>
                        <a:pt x="1184" y="10554"/>
                        <a:pt x="2720" y="10785"/>
                      </a:cubicBezTo>
                      <a:lnTo>
                        <a:pt x="2720" y="12251"/>
                      </a:lnTo>
                      <a:lnTo>
                        <a:pt x="3673" y="12251"/>
                      </a:lnTo>
                      <a:lnTo>
                        <a:pt x="3673" y="10821"/>
                      </a:lnTo>
                      <a:lnTo>
                        <a:pt x="5519" y="10821"/>
                      </a:lnTo>
                      <a:lnTo>
                        <a:pt x="5519" y="15319"/>
                      </a:lnTo>
                      <a:lnTo>
                        <a:pt x="6470" y="15319"/>
                      </a:lnTo>
                      <a:lnTo>
                        <a:pt x="6470" y="10821"/>
                      </a:lnTo>
                      <a:lnTo>
                        <a:pt x="8317" y="10821"/>
                      </a:lnTo>
                      <a:lnTo>
                        <a:pt x="8317" y="12886"/>
                      </a:lnTo>
                      <a:lnTo>
                        <a:pt x="9268" y="12886"/>
                      </a:lnTo>
                      <a:lnTo>
                        <a:pt x="9268" y="10821"/>
                      </a:lnTo>
                      <a:lnTo>
                        <a:pt x="11114" y="10821"/>
                      </a:lnTo>
                      <a:lnTo>
                        <a:pt x="11114" y="15319"/>
                      </a:lnTo>
                      <a:lnTo>
                        <a:pt x="12067" y="15319"/>
                      </a:lnTo>
                      <a:lnTo>
                        <a:pt x="12067" y="10785"/>
                      </a:lnTo>
                      <a:cubicBezTo>
                        <a:pt x="13603" y="10554"/>
                        <a:pt x="14787" y="9225"/>
                        <a:pt x="14787" y="7625"/>
                      </a:cubicBezTo>
                      <a:cubicBezTo>
                        <a:pt x="14787" y="6631"/>
                        <a:pt x="14332" y="5744"/>
                        <a:pt x="13620" y="5158"/>
                      </a:cubicBezTo>
                      <a:cubicBezTo>
                        <a:pt x="14036" y="4853"/>
                        <a:pt x="14366" y="4437"/>
                        <a:pt x="14568" y="3949"/>
                      </a:cubicBezTo>
                      <a:cubicBezTo>
                        <a:pt x="14859" y="3244"/>
                        <a:pt x="14859" y="2468"/>
                        <a:pt x="14568" y="1763"/>
                      </a:cubicBezTo>
                      <a:cubicBezTo>
                        <a:pt x="14277" y="1059"/>
                        <a:pt x="13728" y="510"/>
                        <a:pt x="13024" y="219"/>
                      </a:cubicBezTo>
                      <a:cubicBezTo>
                        <a:pt x="12678" y="75"/>
                        <a:pt x="12306" y="1"/>
                        <a:pt x="119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98"/>
                <p:cNvSpPr/>
                <p:nvPr/>
              </p:nvSpPr>
              <p:spPr>
                <a:xfrm>
                  <a:off x="7840288" y="1739775"/>
                  <a:ext cx="23800" cy="47425"/>
                </a:xfrm>
                <a:custGeom>
                  <a:rect b="b" l="l" r="r" t="t"/>
                  <a:pathLst>
                    <a:path extrusionOk="0" h="1897" w="952">
                      <a:moveTo>
                        <a:pt x="0" y="1"/>
                      </a:moveTo>
                      <a:lnTo>
                        <a:pt x="0" y="1897"/>
                      </a:lnTo>
                      <a:lnTo>
                        <a:pt x="952" y="1897"/>
                      </a:lnTo>
                      <a:lnTo>
                        <a:pt x="9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1" name="Google Shape;1151;p198"/>
              <p:cNvSpPr/>
              <p:nvPr/>
            </p:nvSpPr>
            <p:spPr>
              <a:xfrm>
                <a:off x="7985446" y="1905675"/>
                <a:ext cx="23800" cy="31550"/>
              </a:xfrm>
              <a:custGeom>
                <a:rect b="b" l="l" r="r" t="t"/>
                <a:pathLst>
                  <a:path extrusionOk="0" h="1262" w="952">
                    <a:moveTo>
                      <a:pt x="1" y="1"/>
                    </a:moveTo>
                    <a:lnTo>
                      <a:pt x="1" y="1261"/>
                    </a:lnTo>
                    <a:lnTo>
                      <a:pt x="952" y="1261"/>
                    </a:lnTo>
                    <a:lnTo>
                      <a:pt x="9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152" name="Google Shape;1152;p198"/>
          <p:cNvPicPr preferRelativeResize="0"/>
          <p:nvPr/>
        </p:nvPicPr>
        <p:blipFill rotWithShape="1">
          <a:blip r:embed="rId4">
            <a:alphaModFix/>
          </a:blip>
          <a:srcRect b="6603" l="0" r="0" t="0"/>
          <a:stretch/>
        </p:blipFill>
        <p:spPr>
          <a:xfrm>
            <a:off x="471150" y="495550"/>
            <a:ext cx="5920151" cy="2629400"/>
          </a:xfrm>
          <a:prstGeom prst="rect">
            <a:avLst/>
          </a:prstGeom>
          <a:noFill/>
          <a:ln>
            <a:noFill/>
          </a:ln>
        </p:spPr>
      </p:pic>
      <p:pic>
        <p:nvPicPr>
          <p:cNvPr id="1153" name="Google Shape;1153;p198" title="flood-modified.png"/>
          <p:cNvPicPr preferRelativeResize="0"/>
          <p:nvPr/>
        </p:nvPicPr>
        <p:blipFill>
          <a:blip r:embed="rId5">
            <a:alphaModFix/>
          </a:blip>
          <a:stretch>
            <a:fillRect/>
          </a:stretch>
        </p:blipFill>
        <p:spPr>
          <a:xfrm>
            <a:off x="5726225" y="1709150"/>
            <a:ext cx="2920865" cy="1947250"/>
          </a:xfrm>
          <a:prstGeom prst="rect">
            <a:avLst/>
          </a:prstGeom>
          <a:noFill/>
          <a:ln>
            <a:noFill/>
          </a:ln>
        </p:spPr>
      </p:pic>
      <p:sp>
        <p:nvSpPr>
          <p:cNvPr id="1154" name="Google Shape;1154;p198"/>
          <p:cNvSpPr txBox="1"/>
          <p:nvPr/>
        </p:nvSpPr>
        <p:spPr>
          <a:xfrm>
            <a:off x="0" y="4754075"/>
            <a:ext cx="4635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2</a:t>
            </a:r>
            <a:endParaRPr b="1" sz="2000">
              <a:solidFill>
                <a:srgbClr val="21212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8" name="Shape 1158"/>
        <p:cNvGrpSpPr/>
        <p:nvPr/>
      </p:nvGrpSpPr>
      <p:grpSpPr>
        <a:xfrm>
          <a:off x="0" y="0"/>
          <a:ext cx="0" cy="0"/>
          <a:chOff x="0" y="0"/>
          <a:chExt cx="0" cy="0"/>
        </a:xfrm>
      </p:grpSpPr>
      <p:sp>
        <p:nvSpPr>
          <p:cNvPr id="1159" name="Google Shape;1159;p19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Gap in Current Solutions</a:t>
            </a:r>
            <a:endParaRPr/>
          </a:p>
        </p:txBody>
      </p:sp>
      <p:sp>
        <p:nvSpPr>
          <p:cNvPr id="1160" name="Google Shape;1160;p199"/>
          <p:cNvSpPr txBox="1"/>
          <p:nvPr>
            <p:ph idx="4" type="subTitle"/>
          </p:nvPr>
        </p:nvSpPr>
        <p:spPr>
          <a:xfrm>
            <a:off x="720000" y="1886694"/>
            <a:ext cx="2277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NWP Models</a:t>
            </a:r>
            <a:endParaRPr/>
          </a:p>
        </p:txBody>
      </p:sp>
      <p:sp>
        <p:nvSpPr>
          <p:cNvPr id="1161" name="Google Shape;1161;p199"/>
          <p:cNvSpPr txBox="1"/>
          <p:nvPr>
            <p:ph idx="5" type="subTitle"/>
          </p:nvPr>
        </p:nvSpPr>
        <p:spPr>
          <a:xfrm>
            <a:off x="3433210" y="1886694"/>
            <a:ext cx="2277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AI/ML Models</a:t>
            </a:r>
            <a:endParaRPr/>
          </a:p>
        </p:txBody>
      </p:sp>
      <p:sp>
        <p:nvSpPr>
          <p:cNvPr id="1162" name="Google Shape;1162;p199"/>
          <p:cNvSpPr txBox="1"/>
          <p:nvPr>
            <p:ph idx="1" type="subTitle"/>
          </p:nvPr>
        </p:nvSpPr>
        <p:spPr>
          <a:xfrm>
            <a:off x="720000" y="2347910"/>
            <a:ext cx="22776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NWP models solve complex physics equations on supercomputers. They provide accurate short-term forecasts but are computationally too heavy to track long-term energy accumulation.</a:t>
            </a:r>
            <a:endParaRPr/>
          </a:p>
        </p:txBody>
      </p:sp>
      <p:sp>
        <p:nvSpPr>
          <p:cNvPr id="1163" name="Google Shape;1163;p199"/>
          <p:cNvSpPr txBox="1"/>
          <p:nvPr>
            <p:ph idx="2" type="subTitle"/>
          </p:nvPr>
        </p:nvSpPr>
        <p:spPr>
          <a:xfrm>
            <a:off x="3433208" y="2347910"/>
            <a:ext cx="22776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000000"/>
                </a:solidFill>
              </a:rPr>
              <a:t>AI models scan history to find statistical patterns instantly. While fast, they act as "black boxes" that predict disasters without explaining the physical causes.</a:t>
            </a:r>
            <a:endParaRPr/>
          </a:p>
        </p:txBody>
      </p:sp>
      <p:sp>
        <p:nvSpPr>
          <p:cNvPr id="1164" name="Google Shape;1164;p199"/>
          <p:cNvSpPr txBox="1"/>
          <p:nvPr>
            <p:ph idx="3" type="subTitle"/>
          </p:nvPr>
        </p:nvSpPr>
        <p:spPr>
          <a:xfrm>
            <a:off x="6146398" y="2347910"/>
            <a:ext cx="22776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treat Earth as a capacitor, where heat is charge and terrain is resistance. This offers an interpretable model that explains the physical "why" behind disasters.</a:t>
            </a:r>
            <a:endParaRPr/>
          </a:p>
        </p:txBody>
      </p:sp>
      <p:sp>
        <p:nvSpPr>
          <p:cNvPr id="1165" name="Google Shape;1165;p199"/>
          <p:cNvSpPr txBox="1"/>
          <p:nvPr>
            <p:ph idx="6" type="subTitle"/>
          </p:nvPr>
        </p:nvSpPr>
        <p:spPr>
          <a:xfrm>
            <a:off x="6146395" y="1886694"/>
            <a:ext cx="22776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Our Solution </a:t>
            </a:r>
            <a:endParaRPr/>
          </a:p>
        </p:txBody>
      </p:sp>
      <p:grpSp>
        <p:nvGrpSpPr>
          <p:cNvPr id="1166" name="Google Shape;1166;p199"/>
          <p:cNvGrpSpPr/>
          <p:nvPr/>
        </p:nvGrpSpPr>
        <p:grpSpPr>
          <a:xfrm>
            <a:off x="1368844" y="4026586"/>
            <a:ext cx="979899" cy="979899"/>
            <a:chOff x="3543304" y="1413970"/>
            <a:chExt cx="670200" cy="670200"/>
          </a:xfrm>
        </p:grpSpPr>
        <p:sp>
          <p:nvSpPr>
            <p:cNvPr id="1167" name="Google Shape;1167;p199"/>
            <p:cNvSpPr/>
            <p:nvPr/>
          </p:nvSpPr>
          <p:spPr>
            <a:xfrm>
              <a:off x="3543304" y="1413970"/>
              <a:ext cx="670200" cy="670200"/>
            </a:xfrm>
            <a:prstGeom prst="ellipse">
              <a:avLst/>
            </a:prstGeom>
            <a:solidFill>
              <a:schemeClr val="lt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99"/>
            <p:cNvSpPr/>
            <p:nvPr/>
          </p:nvSpPr>
          <p:spPr>
            <a:xfrm>
              <a:off x="3686075" y="1576200"/>
              <a:ext cx="384625" cy="309400"/>
            </a:xfrm>
            <a:custGeom>
              <a:rect b="b" l="l" r="r" t="t"/>
              <a:pathLst>
                <a:path extrusionOk="0" h="12376" w="15385">
                  <a:moveTo>
                    <a:pt x="9749" y="953"/>
                  </a:moveTo>
                  <a:cubicBezTo>
                    <a:pt x="11105" y="953"/>
                    <a:pt x="12249" y="1966"/>
                    <a:pt x="12407" y="3312"/>
                  </a:cubicBezTo>
                  <a:lnTo>
                    <a:pt x="12457" y="3732"/>
                  </a:lnTo>
                  <a:lnTo>
                    <a:pt x="12880" y="3732"/>
                  </a:lnTo>
                  <a:cubicBezTo>
                    <a:pt x="13737" y="3732"/>
                    <a:pt x="14434" y="4428"/>
                    <a:pt x="14434" y="5285"/>
                  </a:cubicBezTo>
                  <a:cubicBezTo>
                    <a:pt x="14434" y="5884"/>
                    <a:pt x="14097" y="6417"/>
                    <a:pt x="13575" y="6676"/>
                  </a:cubicBezTo>
                  <a:cubicBezTo>
                    <a:pt x="13131" y="6323"/>
                    <a:pt x="12591" y="6085"/>
                    <a:pt x="11999" y="6009"/>
                  </a:cubicBezTo>
                  <a:cubicBezTo>
                    <a:pt x="11560" y="3862"/>
                    <a:pt x="9673" y="2285"/>
                    <a:pt x="7451" y="2257"/>
                  </a:cubicBezTo>
                  <a:cubicBezTo>
                    <a:pt x="7926" y="1465"/>
                    <a:pt x="8793" y="953"/>
                    <a:pt x="9749" y="953"/>
                  </a:cubicBezTo>
                  <a:close/>
                  <a:moveTo>
                    <a:pt x="7393" y="3208"/>
                  </a:moveTo>
                  <a:cubicBezTo>
                    <a:pt x="9294" y="3208"/>
                    <a:pt x="10895" y="4630"/>
                    <a:pt x="11118" y="6514"/>
                  </a:cubicBezTo>
                  <a:lnTo>
                    <a:pt x="11168" y="6934"/>
                  </a:lnTo>
                  <a:lnTo>
                    <a:pt x="11591" y="6934"/>
                  </a:lnTo>
                  <a:cubicBezTo>
                    <a:pt x="12829" y="6934"/>
                    <a:pt x="13834" y="7941"/>
                    <a:pt x="13834" y="9179"/>
                  </a:cubicBezTo>
                  <a:cubicBezTo>
                    <a:pt x="13834" y="10417"/>
                    <a:pt x="12829" y="11423"/>
                    <a:pt x="11591" y="11423"/>
                  </a:cubicBezTo>
                  <a:lnTo>
                    <a:pt x="3197" y="11423"/>
                  </a:lnTo>
                  <a:cubicBezTo>
                    <a:pt x="1959" y="11423"/>
                    <a:pt x="952" y="10417"/>
                    <a:pt x="952" y="9179"/>
                  </a:cubicBezTo>
                  <a:cubicBezTo>
                    <a:pt x="952" y="7941"/>
                    <a:pt x="1959" y="6934"/>
                    <a:pt x="3197" y="6934"/>
                  </a:cubicBezTo>
                  <a:lnTo>
                    <a:pt x="3621" y="6934"/>
                  </a:lnTo>
                  <a:lnTo>
                    <a:pt x="3669" y="6514"/>
                  </a:lnTo>
                  <a:cubicBezTo>
                    <a:pt x="3892" y="4630"/>
                    <a:pt x="5493" y="3208"/>
                    <a:pt x="7393" y="3208"/>
                  </a:cubicBezTo>
                  <a:close/>
                  <a:moveTo>
                    <a:pt x="9749" y="0"/>
                  </a:moveTo>
                  <a:cubicBezTo>
                    <a:pt x="8223" y="0"/>
                    <a:pt x="6864" y="963"/>
                    <a:pt x="6344" y="2376"/>
                  </a:cubicBezTo>
                  <a:cubicBezTo>
                    <a:pt x="4570" y="2781"/>
                    <a:pt x="3161" y="4191"/>
                    <a:pt x="2788" y="6009"/>
                  </a:cubicBezTo>
                  <a:cubicBezTo>
                    <a:pt x="1218" y="6211"/>
                    <a:pt x="1" y="7555"/>
                    <a:pt x="1" y="9179"/>
                  </a:cubicBezTo>
                  <a:cubicBezTo>
                    <a:pt x="1" y="10941"/>
                    <a:pt x="1435" y="12376"/>
                    <a:pt x="3197" y="12376"/>
                  </a:cubicBezTo>
                  <a:lnTo>
                    <a:pt x="11591" y="12376"/>
                  </a:lnTo>
                  <a:cubicBezTo>
                    <a:pt x="13354" y="12376"/>
                    <a:pt x="14787" y="10941"/>
                    <a:pt x="14787" y="9179"/>
                  </a:cubicBezTo>
                  <a:cubicBezTo>
                    <a:pt x="14787" y="8518"/>
                    <a:pt x="14585" y="7902"/>
                    <a:pt x="14239" y="7392"/>
                  </a:cubicBezTo>
                  <a:cubicBezTo>
                    <a:pt x="14943" y="6940"/>
                    <a:pt x="15385" y="6157"/>
                    <a:pt x="15385" y="5285"/>
                  </a:cubicBezTo>
                  <a:cubicBezTo>
                    <a:pt x="15385" y="4041"/>
                    <a:pt x="14475" y="3007"/>
                    <a:pt x="13285" y="2813"/>
                  </a:cubicBezTo>
                  <a:cubicBezTo>
                    <a:pt x="12912" y="1185"/>
                    <a:pt x="11456" y="0"/>
                    <a:pt x="9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9" name="Google Shape;1169;p199"/>
          <p:cNvGrpSpPr/>
          <p:nvPr/>
        </p:nvGrpSpPr>
        <p:grpSpPr>
          <a:xfrm>
            <a:off x="7574287" y="588811"/>
            <a:ext cx="979899" cy="979899"/>
            <a:chOff x="800104" y="1413970"/>
            <a:chExt cx="670200" cy="670200"/>
          </a:xfrm>
        </p:grpSpPr>
        <p:sp>
          <p:nvSpPr>
            <p:cNvPr id="1170" name="Google Shape;1170;p199"/>
            <p:cNvSpPr/>
            <p:nvPr/>
          </p:nvSpPr>
          <p:spPr>
            <a:xfrm>
              <a:off x="800104" y="1413970"/>
              <a:ext cx="670200" cy="670200"/>
            </a:xfrm>
            <a:prstGeom prst="ellipse">
              <a:avLst/>
            </a:prstGeom>
            <a:solidFill>
              <a:schemeClr val="dk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99"/>
            <p:cNvSpPr/>
            <p:nvPr/>
          </p:nvSpPr>
          <p:spPr>
            <a:xfrm>
              <a:off x="944900" y="1594388"/>
              <a:ext cx="380575" cy="273025"/>
            </a:xfrm>
            <a:custGeom>
              <a:rect b="b" l="l" r="r" t="t"/>
              <a:pathLst>
                <a:path extrusionOk="0" h="10921" w="15223">
                  <a:moveTo>
                    <a:pt x="11323" y="1944"/>
                  </a:moveTo>
                  <a:cubicBezTo>
                    <a:pt x="12402" y="1944"/>
                    <a:pt x="13279" y="2821"/>
                    <a:pt x="13279" y="3900"/>
                  </a:cubicBezTo>
                  <a:cubicBezTo>
                    <a:pt x="13279" y="4241"/>
                    <a:pt x="13189" y="4575"/>
                    <a:pt x="13023" y="4867"/>
                  </a:cubicBezTo>
                  <a:cubicBezTo>
                    <a:pt x="12707" y="4708"/>
                    <a:pt x="12363" y="4600"/>
                    <a:pt x="12000" y="4553"/>
                  </a:cubicBezTo>
                  <a:cubicBezTo>
                    <a:pt x="11800" y="3581"/>
                    <a:pt x="11304" y="2725"/>
                    <a:pt x="10615" y="2078"/>
                  </a:cubicBezTo>
                  <a:cubicBezTo>
                    <a:pt x="10840" y="1991"/>
                    <a:pt x="11081" y="1944"/>
                    <a:pt x="11323" y="1944"/>
                  </a:cubicBezTo>
                  <a:close/>
                  <a:moveTo>
                    <a:pt x="7393" y="1755"/>
                  </a:moveTo>
                  <a:cubicBezTo>
                    <a:pt x="9294" y="1755"/>
                    <a:pt x="10896" y="3174"/>
                    <a:pt x="11117" y="5059"/>
                  </a:cubicBezTo>
                  <a:lnTo>
                    <a:pt x="11167" y="5479"/>
                  </a:lnTo>
                  <a:lnTo>
                    <a:pt x="11590" y="5479"/>
                  </a:lnTo>
                  <a:cubicBezTo>
                    <a:pt x="12828" y="5479"/>
                    <a:pt x="13836" y="6486"/>
                    <a:pt x="13836" y="7724"/>
                  </a:cubicBezTo>
                  <a:cubicBezTo>
                    <a:pt x="13836" y="8962"/>
                    <a:pt x="12828" y="9969"/>
                    <a:pt x="11590" y="9969"/>
                  </a:cubicBezTo>
                  <a:lnTo>
                    <a:pt x="3197" y="9969"/>
                  </a:lnTo>
                  <a:cubicBezTo>
                    <a:pt x="1959" y="9969"/>
                    <a:pt x="952" y="8962"/>
                    <a:pt x="952" y="7724"/>
                  </a:cubicBezTo>
                  <a:cubicBezTo>
                    <a:pt x="952" y="6486"/>
                    <a:pt x="1959" y="5479"/>
                    <a:pt x="3197" y="5479"/>
                  </a:cubicBezTo>
                  <a:lnTo>
                    <a:pt x="3620" y="5479"/>
                  </a:lnTo>
                  <a:lnTo>
                    <a:pt x="3670" y="5059"/>
                  </a:lnTo>
                  <a:cubicBezTo>
                    <a:pt x="3892" y="3174"/>
                    <a:pt x="5494" y="1755"/>
                    <a:pt x="7393" y="1755"/>
                  </a:cubicBezTo>
                  <a:close/>
                  <a:moveTo>
                    <a:pt x="10849" y="1"/>
                  </a:moveTo>
                  <a:lnTo>
                    <a:pt x="10849" y="1032"/>
                  </a:lnTo>
                  <a:cubicBezTo>
                    <a:pt x="10465" y="1096"/>
                    <a:pt x="10096" y="1237"/>
                    <a:pt x="9767" y="1445"/>
                  </a:cubicBezTo>
                  <a:cubicBezTo>
                    <a:pt x="9068" y="1036"/>
                    <a:pt x="8256" y="802"/>
                    <a:pt x="7394" y="802"/>
                  </a:cubicBezTo>
                  <a:cubicBezTo>
                    <a:pt x="5145" y="802"/>
                    <a:pt x="3232" y="2389"/>
                    <a:pt x="2787" y="4553"/>
                  </a:cubicBezTo>
                  <a:cubicBezTo>
                    <a:pt x="1217" y="4755"/>
                    <a:pt x="1" y="6099"/>
                    <a:pt x="1" y="7724"/>
                  </a:cubicBezTo>
                  <a:cubicBezTo>
                    <a:pt x="1" y="9487"/>
                    <a:pt x="1434" y="10920"/>
                    <a:pt x="3197" y="10920"/>
                  </a:cubicBezTo>
                  <a:lnTo>
                    <a:pt x="11590" y="10920"/>
                  </a:lnTo>
                  <a:cubicBezTo>
                    <a:pt x="13353" y="10920"/>
                    <a:pt x="14787" y="9487"/>
                    <a:pt x="14787" y="7724"/>
                  </a:cubicBezTo>
                  <a:cubicBezTo>
                    <a:pt x="14787" y="6818"/>
                    <a:pt x="14408" y="6001"/>
                    <a:pt x="13801" y="5418"/>
                  </a:cubicBezTo>
                  <a:cubicBezTo>
                    <a:pt x="13996" y="5098"/>
                    <a:pt x="14128" y="4745"/>
                    <a:pt x="14191" y="4374"/>
                  </a:cubicBezTo>
                  <a:lnTo>
                    <a:pt x="15222" y="4374"/>
                  </a:lnTo>
                  <a:lnTo>
                    <a:pt x="15222" y="3423"/>
                  </a:lnTo>
                  <a:lnTo>
                    <a:pt x="14191" y="3423"/>
                  </a:lnTo>
                  <a:cubicBezTo>
                    <a:pt x="14118" y="2976"/>
                    <a:pt x="13940" y="2563"/>
                    <a:pt x="13687" y="2208"/>
                  </a:cubicBezTo>
                  <a:lnTo>
                    <a:pt x="14417" y="1480"/>
                  </a:lnTo>
                  <a:lnTo>
                    <a:pt x="13743" y="806"/>
                  </a:lnTo>
                  <a:lnTo>
                    <a:pt x="13013" y="1536"/>
                  </a:lnTo>
                  <a:cubicBezTo>
                    <a:pt x="12660" y="1283"/>
                    <a:pt x="12247" y="1107"/>
                    <a:pt x="11800" y="1032"/>
                  </a:cubicBezTo>
                  <a:lnTo>
                    <a:pt x="118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2" name="Google Shape;1172;p199"/>
          <p:cNvGrpSpPr/>
          <p:nvPr/>
        </p:nvGrpSpPr>
        <p:grpSpPr>
          <a:xfrm>
            <a:off x="7713298" y="2007728"/>
            <a:ext cx="340608" cy="340168"/>
            <a:chOff x="5053900" y="2021500"/>
            <a:chExt cx="483750" cy="483125"/>
          </a:xfrm>
        </p:grpSpPr>
        <p:sp>
          <p:nvSpPr>
            <p:cNvPr id="1173" name="Google Shape;1173;p199"/>
            <p:cNvSpPr/>
            <p:nvPr/>
          </p:nvSpPr>
          <p:spPr>
            <a:xfrm>
              <a:off x="5281350" y="2078100"/>
              <a:ext cx="127375" cy="127350"/>
            </a:xfrm>
            <a:custGeom>
              <a:rect b="b" l="l" r="r" t="t"/>
              <a:pathLst>
                <a:path extrusionOk="0" h="5094" w="5095">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4" name="Google Shape;1174;p199"/>
            <p:cNvSpPr/>
            <p:nvPr/>
          </p:nvSpPr>
          <p:spPr>
            <a:xfrm>
              <a:off x="5118000" y="2021500"/>
              <a:ext cx="368700" cy="483125"/>
            </a:xfrm>
            <a:custGeom>
              <a:rect b="b" l="l" r="r" t="t"/>
              <a:pathLst>
                <a:path extrusionOk="0" h="19325" w="14748">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5" name="Google Shape;1175;p199"/>
            <p:cNvSpPr/>
            <p:nvPr/>
          </p:nvSpPr>
          <p:spPr>
            <a:xfrm>
              <a:off x="5053900" y="2191325"/>
              <a:ext cx="56650" cy="28325"/>
            </a:xfrm>
            <a:custGeom>
              <a:rect b="b" l="l" r="r" t="t"/>
              <a:pathLst>
                <a:path extrusionOk="0" h="1133" w="2266">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6" name="Google Shape;1176;p199"/>
            <p:cNvSpPr/>
            <p:nvPr/>
          </p:nvSpPr>
          <p:spPr>
            <a:xfrm>
              <a:off x="5056850" y="2096550"/>
              <a:ext cx="50750" cy="48025"/>
            </a:xfrm>
            <a:custGeom>
              <a:rect b="b" l="l" r="r" t="t"/>
              <a:pathLst>
                <a:path extrusionOk="0" h="1921" w="203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7" name="Google Shape;1177;p199"/>
            <p:cNvSpPr/>
            <p:nvPr/>
          </p:nvSpPr>
          <p:spPr>
            <a:xfrm>
              <a:off x="5056400" y="2266400"/>
              <a:ext cx="51200" cy="48350"/>
            </a:xfrm>
            <a:custGeom>
              <a:rect b="b" l="l" r="r" t="t"/>
              <a:pathLst>
                <a:path extrusionOk="0" h="1934" w="2048">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8" name="Google Shape;1178;p199"/>
            <p:cNvSpPr/>
            <p:nvPr/>
          </p:nvSpPr>
          <p:spPr>
            <a:xfrm>
              <a:off x="5480400" y="2191325"/>
              <a:ext cx="56650" cy="28325"/>
            </a:xfrm>
            <a:custGeom>
              <a:rect b="b" l="l" r="r" t="t"/>
              <a:pathLst>
                <a:path extrusionOk="0" h="1133" w="2266">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79" name="Google Shape;1179;p199"/>
            <p:cNvSpPr/>
            <p:nvPr/>
          </p:nvSpPr>
          <p:spPr>
            <a:xfrm>
              <a:off x="5479800" y="2096550"/>
              <a:ext cx="54300" cy="48225"/>
            </a:xfrm>
            <a:custGeom>
              <a:rect b="b" l="l" r="r" t="t"/>
              <a:pathLst>
                <a:path extrusionOk="0" h="1929" w="2172">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0" name="Google Shape;1180;p199"/>
            <p:cNvSpPr/>
            <p:nvPr/>
          </p:nvSpPr>
          <p:spPr>
            <a:xfrm>
              <a:off x="5483350" y="2266400"/>
              <a:ext cx="54300" cy="48225"/>
            </a:xfrm>
            <a:custGeom>
              <a:rect b="b" l="l" r="r" t="t"/>
              <a:pathLst>
                <a:path extrusionOk="0" h="1929" w="2172">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181" name="Google Shape;1181;p199"/>
          <p:cNvSpPr/>
          <p:nvPr/>
        </p:nvSpPr>
        <p:spPr>
          <a:xfrm>
            <a:off x="2296433" y="1991093"/>
            <a:ext cx="340186" cy="318922"/>
          </a:xfrm>
          <a:custGeom>
            <a:rect b="b" l="l" r="r" t="t"/>
            <a:pathLst>
              <a:path extrusionOk="0" h="18118" w="19326">
                <a:moveTo>
                  <a:pt x="17628" y="6794"/>
                </a:moveTo>
                <a:cubicBezTo>
                  <a:pt x="17939" y="6794"/>
                  <a:pt x="18193" y="7048"/>
                  <a:pt x="18193" y="7362"/>
                </a:cubicBezTo>
                <a:lnTo>
                  <a:pt x="18193" y="7927"/>
                </a:lnTo>
                <a:lnTo>
                  <a:pt x="12532" y="7927"/>
                </a:lnTo>
                <a:lnTo>
                  <a:pt x="12532" y="7362"/>
                </a:lnTo>
                <a:cubicBezTo>
                  <a:pt x="12532" y="7048"/>
                  <a:pt x="12785" y="6794"/>
                  <a:pt x="13099" y="6794"/>
                </a:cubicBezTo>
                <a:close/>
                <a:moveTo>
                  <a:pt x="17628" y="1133"/>
                </a:moveTo>
                <a:cubicBezTo>
                  <a:pt x="17939" y="1133"/>
                  <a:pt x="18193" y="1387"/>
                  <a:pt x="18193" y="1701"/>
                </a:cubicBezTo>
                <a:lnTo>
                  <a:pt x="18193" y="5759"/>
                </a:lnTo>
                <a:cubicBezTo>
                  <a:pt x="18012" y="5695"/>
                  <a:pt x="17819" y="5662"/>
                  <a:pt x="17628" y="5662"/>
                </a:cubicBezTo>
                <a:lnTo>
                  <a:pt x="13099" y="5662"/>
                </a:lnTo>
                <a:cubicBezTo>
                  <a:pt x="12160" y="5662"/>
                  <a:pt x="11399" y="6423"/>
                  <a:pt x="11399" y="7362"/>
                </a:cubicBezTo>
                <a:lnTo>
                  <a:pt x="11399" y="11324"/>
                </a:lnTo>
                <a:lnTo>
                  <a:pt x="1133" y="11324"/>
                </a:lnTo>
                <a:lnTo>
                  <a:pt x="1133" y="1701"/>
                </a:lnTo>
                <a:cubicBezTo>
                  <a:pt x="1133" y="1387"/>
                  <a:pt x="1387" y="1133"/>
                  <a:pt x="1701" y="1133"/>
                </a:cubicBezTo>
                <a:close/>
                <a:moveTo>
                  <a:pt x="11399" y="12456"/>
                </a:moveTo>
                <a:lnTo>
                  <a:pt x="11399" y="13588"/>
                </a:lnTo>
                <a:lnTo>
                  <a:pt x="1701" y="13588"/>
                </a:lnTo>
                <a:cubicBezTo>
                  <a:pt x="1387" y="13588"/>
                  <a:pt x="1133" y="13335"/>
                  <a:pt x="1133" y="13024"/>
                </a:cubicBezTo>
                <a:lnTo>
                  <a:pt x="1133" y="12456"/>
                </a:lnTo>
                <a:close/>
                <a:moveTo>
                  <a:pt x="18193" y="9059"/>
                </a:moveTo>
                <a:lnTo>
                  <a:pt x="18193" y="14720"/>
                </a:lnTo>
                <a:lnTo>
                  <a:pt x="12532" y="14720"/>
                </a:lnTo>
                <a:lnTo>
                  <a:pt x="12532" y="9059"/>
                </a:lnTo>
                <a:close/>
                <a:moveTo>
                  <a:pt x="11399" y="14720"/>
                </a:moveTo>
                <a:lnTo>
                  <a:pt x="11399" y="16420"/>
                </a:lnTo>
                <a:cubicBezTo>
                  <a:pt x="11399" y="16611"/>
                  <a:pt x="11432" y="16804"/>
                  <a:pt x="11496" y="16985"/>
                </a:cubicBezTo>
                <a:lnTo>
                  <a:pt x="7051" y="16985"/>
                </a:lnTo>
                <a:lnTo>
                  <a:pt x="7806" y="14720"/>
                </a:lnTo>
                <a:close/>
                <a:moveTo>
                  <a:pt x="18193" y="15853"/>
                </a:moveTo>
                <a:lnTo>
                  <a:pt x="18193" y="16420"/>
                </a:lnTo>
                <a:cubicBezTo>
                  <a:pt x="18193" y="16731"/>
                  <a:pt x="17939" y="16985"/>
                  <a:pt x="17628" y="16985"/>
                </a:cubicBezTo>
                <a:lnTo>
                  <a:pt x="13099" y="16985"/>
                </a:lnTo>
                <a:cubicBezTo>
                  <a:pt x="12785" y="16985"/>
                  <a:pt x="12532" y="16731"/>
                  <a:pt x="12532" y="16420"/>
                </a:cubicBezTo>
                <a:lnTo>
                  <a:pt x="12532" y="15853"/>
                </a:lnTo>
                <a:close/>
                <a:moveTo>
                  <a:pt x="1701" y="1"/>
                </a:moveTo>
                <a:cubicBezTo>
                  <a:pt x="762" y="1"/>
                  <a:pt x="1" y="762"/>
                  <a:pt x="1" y="1701"/>
                </a:cubicBezTo>
                <a:lnTo>
                  <a:pt x="1" y="13024"/>
                </a:lnTo>
                <a:cubicBezTo>
                  <a:pt x="1" y="13960"/>
                  <a:pt x="762" y="14720"/>
                  <a:pt x="1701" y="14720"/>
                </a:cubicBezTo>
                <a:lnTo>
                  <a:pt x="6613" y="14720"/>
                </a:lnTo>
                <a:lnTo>
                  <a:pt x="5859" y="16985"/>
                </a:lnTo>
                <a:lnTo>
                  <a:pt x="4002" y="16985"/>
                </a:lnTo>
                <a:cubicBezTo>
                  <a:pt x="3688" y="16985"/>
                  <a:pt x="3437" y="17239"/>
                  <a:pt x="3437" y="17553"/>
                </a:cubicBezTo>
                <a:cubicBezTo>
                  <a:pt x="3437" y="17864"/>
                  <a:pt x="3688" y="18117"/>
                  <a:pt x="4002" y="18117"/>
                </a:cubicBezTo>
                <a:lnTo>
                  <a:pt x="17628" y="18117"/>
                </a:lnTo>
                <a:cubicBezTo>
                  <a:pt x="18564" y="18117"/>
                  <a:pt x="19325" y="17356"/>
                  <a:pt x="19325" y="16420"/>
                </a:cubicBezTo>
                <a:lnTo>
                  <a:pt x="19325" y="1701"/>
                </a:lnTo>
                <a:cubicBezTo>
                  <a:pt x="19325" y="762"/>
                  <a:pt x="18564" y="1"/>
                  <a:pt x="1762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182" name="Google Shape;1182;p199"/>
          <p:cNvGrpSpPr/>
          <p:nvPr/>
        </p:nvGrpSpPr>
        <p:grpSpPr>
          <a:xfrm>
            <a:off x="5128053" y="1924286"/>
            <a:ext cx="616553" cy="507068"/>
            <a:chOff x="7608988" y="2093194"/>
            <a:chExt cx="817276" cy="672147"/>
          </a:xfrm>
        </p:grpSpPr>
        <p:cxnSp>
          <p:nvCxnSpPr>
            <p:cNvPr id="1183" name="Google Shape;1183;p199"/>
            <p:cNvCxnSpPr/>
            <p:nvPr/>
          </p:nvCxnSpPr>
          <p:spPr>
            <a:xfrm flipH="1" rot="5400000">
              <a:off x="7620257" y="2136491"/>
              <a:ext cx="129900" cy="111300"/>
            </a:xfrm>
            <a:prstGeom prst="bentConnector3">
              <a:avLst>
                <a:gd fmla="val 50000" name="adj1"/>
              </a:avLst>
            </a:prstGeom>
            <a:noFill/>
            <a:ln cap="flat" cmpd="sng" w="6700">
              <a:solidFill>
                <a:srgbClr val="667E92"/>
              </a:solidFill>
              <a:prstDash val="solid"/>
              <a:round/>
              <a:headEnd len="med" w="med" type="none"/>
              <a:tailEnd len="med" w="med" type="none"/>
            </a:ln>
          </p:spPr>
        </p:cxnSp>
        <p:cxnSp>
          <p:nvCxnSpPr>
            <p:cNvPr id="1184" name="Google Shape;1184;p199"/>
            <p:cNvCxnSpPr/>
            <p:nvPr/>
          </p:nvCxnSpPr>
          <p:spPr>
            <a:xfrm rot="-5400000">
              <a:off x="8285120" y="2136491"/>
              <a:ext cx="129900" cy="111300"/>
            </a:xfrm>
            <a:prstGeom prst="bentConnector3">
              <a:avLst>
                <a:gd fmla="val 50000" name="adj1"/>
              </a:avLst>
            </a:prstGeom>
            <a:noFill/>
            <a:ln cap="flat" cmpd="sng" w="6700">
              <a:solidFill>
                <a:srgbClr val="667E92"/>
              </a:solidFill>
              <a:prstDash val="solid"/>
              <a:round/>
              <a:headEnd len="med" w="med" type="none"/>
              <a:tailEnd len="med" w="med" type="none"/>
            </a:ln>
          </p:spPr>
        </p:cxnSp>
        <p:cxnSp>
          <p:nvCxnSpPr>
            <p:cNvPr id="1185" name="Google Shape;1185;p199"/>
            <p:cNvCxnSpPr/>
            <p:nvPr/>
          </p:nvCxnSpPr>
          <p:spPr>
            <a:xfrm rot="5400000">
              <a:off x="7620257" y="2644741"/>
              <a:ext cx="129900" cy="111300"/>
            </a:xfrm>
            <a:prstGeom prst="bentConnector3">
              <a:avLst>
                <a:gd fmla="val 50000" name="adj1"/>
              </a:avLst>
            </a:prstGeom>
            <a:noFill/>
            <a:ln cap="flat" cmpd="sng" w="6700">
              <a:solidFill>
                <a:srgbClr val="667E92"/>
              </a:solidFill>
              <a:prstDash val="solid"/>
              <a:round/>
              <a:headEnd len="med" w="med" type="none"/>
              <a:tailEnd len="med" w="med" type="none"/>
            </a:ln>
          </p:spPr>
        </p:cxnSp>
        <p:cxnSp>
          <p:nvCxnSpPr>
            <p:cNvPr id="1186" name="Google Shape;1186;p199"/>
            <p:cNvCxnSpPr/>
            <p:nvPr/>
          </p:nvCxnSpPr>
          <p:spPr>
            <a:xfrm flipH="1" rot="-5400000">
              <a:off x="8285120" y="2644741"/>
              <a:ext cx="129900" cy="111300"/>
            </a:xfrm>
            <a:prstGeom prst="bentConnector3">
              <a:avLst>
                <a:gd fmla="val 50000" name="adj1"/>
              </a:avLst>
            </a:prstGeom>
            <a:noFill/>
            <a:ln cap="flat" cmpd="sng" w="6700">
              <a:solidFill>
                <a:srgbClr val="667E92"/>
              </a:solidFill>
              <a:prstDash val="solid"/>
              <a:round/>
              <a:headEnd len="med" w="med" type="none"/>
              <a:tailEnd len="med" w="med" type="none"/>
            </a:ln>
          </p:spPr>
        </p:cxnSp>
        <p:cxnSp>
          <p:nvCxnSpPr>
            <p:cNvPr id="1187" name="Google Shape;1187;p199"/>
            <p:cNvCxnSpPr/>
            <p:nvPr/>
          </p:nvCxnSpPr>
          <p:spPr>
            <a:xfrm rot="10800000">
              <a:off x="7608988" y="2425132"/>
              <a:ext cx="83400" cy="0"/>
            </a:xfrm>
            <a:prstGeom prst="straightConnector1">
              <a:avLst/>
            </a:prstGeom>
            <a:noFill/>
            <a:ln cap="flat" cmpd="sng" w="6700">
              <a:solidFill>
                <a:srgbClr val="667E92"/>
              </a:solidFill>
              <a:prstDash val="solid"/>
              <a:round/>
              <a:headEnd len="med" w="med" type="none"/>
              <a:tailEnd len="med" w="med" type="none"/>
            </a:ln>
          </p:spPr>
        </p:cxnSp>
        <p:cxnSp>
          <p:nvCxnSpPr>
            <p:cNvPr id="1188" name="Google Shape;1188;p199"/>
            <p:cNvCxnSpPr/>
            <p:nvPr/>
          </p:nvCxnSpPr>
          <p:spPr>
            <a:xfrm rot="10800000">
              <a:off x="8342865" y="2425132"/>
              <a:ext cx="83400" cy="0"/>
            </a:xfrm>
            <a:prstGeom prst="straightConnector1">
              <a:avLst/>
            </a:prstGeom>
            <a:noFill/>
            <a:ln cap="flat" cmpd="sng" w="6700">
              <a:solidFill>
                <a:srgbClr val="667E92"/>
              </a:solidFill>
              <a:prstDash val="solid"/>
              <a:round/>
              <a:headEnd len="med" w="med" type="none"/>
              <a:tailEnd len="med" w="med" type="none"/>
            </a:ln>
          </p:spPr>
        </p:cxnSp>
        <p:grpSp>
          <p:nvGrpSpPr>
            <p:cNvPr id="1189" name="Google Shape;1189;p199"/>
            <p:cNvGrpSpPr/>
            <p:nvPr/>
          </p:nvGrpSpPr>
          <p:grpSpPr>
            <a:xfrm>
              <a:off x="7721175" y="2093194"/>
              <a:ext cx="599587" cy="623846"/>
              <a:chOff x="7721175" y="2093194"/>
              <a:chExt cx="599587" cy="623846"/>
            </a:xfrm>
          </p:grpSpPr>
          <p:grpSp>
            <p:nvGrpSpPr>
              <p:cNvPr id="1190" name="Google Shape;1190;p199"/>
              <p:cNvGrpSpPr/>
              <p:nvPr/>
            </p:nvGrpSpPr>
            <p:grpSpPr>
              <a:xfrm>
                <a:off x="7721175" y="2093194"/>
                <a:ext cx="291605" cy="623846"/>
                <a:chOff x="9405575" y="2061418"/>
                <a:chExt cx="291605" cy="623846"/>
              </a:xfrm>
            </p:grpSpPr>
            <p:sp>
              <p:nvSpPr>
                <p:cNvPr id="1191" name="Google Shape;1191;p199"/>
                <p:cNvSpPr/>
                <p:nvPr/>
              </p:nvSpPr>
              <p:spPr>
                <a:xfrm>
                  <a:off x="9405575" y="2061418"/>
                  <a:ext cx="291379" cy="623846"/>
                </a:xfrm>
                <a:custGeom>
                  <a:rect b="b" l="l" r="r" t="t"/>
                  <a:pathLst>
                    <a:path extrusionOk="0" h="45503" w="21253">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2" name="Google Shape;1192;p199"/>
                <p:cNvSpPr/>
                <p:nvPr/>
              </p:nvSpPr>
              <p:spPr>
                <a:xfrm>
                  <a:off x="9535402" y="2540968"/>
                  <a:ext cx="161778" cy="68948"/>
                </a:xfrm>
                <a:custGeom>
                  <a:rect b="b" l="l" r="r" t="t"/>
                  <a:pathLst>
                    <a:path extrusionOk="0" h="5029" w="1180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3" name="Google Shape;1193;p199"/>
                <p:cNvSpPr/>
                <p:nvPr/>
              </p:nvSpPr>
              <p:spPr>
                <a:xfrm>
                  <a:off x="9455875" y="2286606"/>
                  <a:ext cx="137251" cy="112148"/>
                </a:xfrm>
                <a:custGeom>
                  <a:rect b="b" l="l" r="r" t="t"/>
                  <a:pathLst>
                    <a:path extrusionOk="0" h="8180" w="10011">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4" name="Google Shape;1194;p199"/>
                <p:cNvSpPr/>
                <p:nvPr/>
              </p:nvSpPr>
              <p:spPr>
                <a:xfrm>
                  <a:off x="9578545" y="2355317"/>
                  <a:ext cx="116370" cy="14560"/>
                </a:xfrm>
                <a:custGeom>
                  <a:rect b="b" l="l" r="r" t="t"/>
                  <a:pathLst>
                    <a:path extrusionOk="0" h="1062" w="8488">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5" name="Google Shape;1195;p199"/>
                <p:cNvSpPr/>
                <p:nvPr/>
              </p:nvSpPr>
              <p:spPr>
                <a:xfrm>
                  <a:off x="9533620" y="2389824"/>
                  <a:ext cx="104429" cy="58240"/>
                </a:xfrm>
                <a:custGeom>
                  <a:rect b="b" l="l" r="r" t="t"/>
                  <a:pathLst>
                    <a:path extrusionOk="0" h="4248" w="7617">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6" name="Google Shape;1196;p199"/>
                <p:cNvSpPr/>
                <p:nvPr/>
              </p:nvSpPr>
              <p:spPr>
                <a:xfrm>
                  <a:off x="9504885" y="2171202"/>
                  <a:ext cx="97684" cy="14519"/>
                </a:xfrm>
                <a:custGeom>
                  <a:rect b="b" l="l" r="r" t="t"/>
                  <a:pathLst>
                    <a:path extrusionOk="0" h="1059" w="7125">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197" name="Google Shape;1197;p199"/>
                <p:cNvSpPr/>
                <p:nvPr/>
              </p:nvSpPr>
              <p:spPr>
                <a:xfrm>
                  <a:off x="9587826" y="2129731"/>
                  <a:ext cx="106993" cy="97464"/>
                </a:xfrm>
                <a:custGeom>
                  <a:rect b="b" l="l" r="r" t="t"/>
                  <a:pathLst>
                    <a:path extrusionOk="0" h="7109" w="7804">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grpSp>
          <p:grpSp>
            <p:nvGrpSpPr>
              <p:cNvPr id="1198" name="Google Shape;1198;p199"/>
              <p:cNvGrpSpPr/>
              <p:nvPr/>
            </p:nvGrpSpPr>
            <p:grpSpPr>
              <a:xfrm flipH="1">
                <a:off x="8029157" y="2093194"/>
                <a:ext cx="291605" cy="623846"/>
                <a:chOff x="9405575" y="2061418"/>
                <a:chExt cx="291605" cy="623846"/>
              </a:xfrm>
            </p:grpSpPr>
            <p:sp>
              <p:nvSpPr>
                <p:cNvPr id="1199" name="Google Shape;1199;p199"/>
                <p:cNvSpPr/>
                <p:nvPr/>
              </p:nvSpPr>
              <p:spPr>
                <a:xfrm>
                  <a:off x="9405575" y="2061418"/>
                  <a:ext cx="291379" cy="623846"/>
                </a:xfrm>
                <a:custGeom>
                  <a:rect b="b" l="l" r="r" t="t"/>
                  <a:pathLst>
                    <a:path extrusionOk="0" h="45503" w="21253">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0" name="Google Shape;1200;p199"/>
                <p:cNvSpPr/>
                <p:nvPr/>
              </p:nvSpPr>
              <p:spPr>
                <a:xfrm>
                  <a:off x="9535402" y="2540968"/>
                  <a:ext cx="161778" cy="68948"/>
                </a:xfrm>
                <a:custGeom>
                  <a:rect b="b" l="l" r="r" t="t"/>
                  <a:pathLst>
                    <a:path extrusionOk="0" h="5029" w="1180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1" name="Google Shape;1201;p199"/>
                <p:cNvSpPr/>
                <p:nvPr/>
              </p:nvSpPr>
              <p:spPr>
                <a:xfrm>
                  <a:off x="9455875" y="2286606"/>
                  <a:ext cx="137251" cy="112148"/>
                </a:xfrm>
                <a:custGeom>
                  <a:rect b="b" l="l" r="r" t="t"/>
                  <a:pathLst>
                    <a:path extrusionOk="0" h="8180" w="10011">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2" name="Google Shape;1202;p199"/>
                <p:cNvSpPr/>
                <p:nvPr/>
              </p:nvSpPr>
              <p:spPr>
                <a:xfrm>
                  <a:off x="9578545" y="2355317"/>
                  <a:ext cx="116370" cy="14560"/>
                </a:xfrm>
                <a:custGeom>
                  <a:rect b="b" l="l" r="r" t="t"/>
                  <a:pathLst>
                    <a:path extrusionOk="0" h="1062" w="8488">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3" name="Google Shape;1203;p199"/>
                <p:cNvSpPr/>
                <p:nvPr/>
              </p:nvSpPr>
              <p:spPr>
                <a:xfrm>
                  <a:off x="9533620" y="2389824"/>
                  <a:ext cx="104429" cy="58240"/>
                </a:xfrm>
                <a:custGeom>
                  <a:rect b="b" l="l" r="r" t="t"/>
                  <a:pathLst>
                    <a:path extrusionOk="0" h="4248" w="7617">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4" name="Google Shape;1204;p199"/>
                <p:cNvSpPr/>
                <p:nvPr/>
              </p:nvSpPr>
              <p:spPr>
                <a:xfrm>
                  <a:off x="9504885" y="2171202"/>
                  <a:ext cx="97684" cy="14519"/>
                </a:xfrm>
                <a:custGeom>
                  <a:rect b="b" l="l" r="r" t="t"/>
                  <a:pathLst>
                    <a:path extrusionOk="0" h="1059" w="7125">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sp>
              <p:nvSpPr>
                <p:cNvPr id="1205" name="Google Shape;1205;p199"/>
                <p:cNvSpPr/>
                <p:nvPr/>
              </p:nvSpPr>
              <p:spPr>
                <a:xfrm>
                  <a:off x="9587826" y="2129731"/>
                  <a:ext cx="106993" cy="97464"/>
                </a:xfrm>
                <a:custGeom>
                  <a:rect b="b" l="l" r="r" t="t"/>
                  <a:pathLst>
                    <a:path extrusionOk="0" h="7109" w="7804">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anchorCtr="0" anchor="ctr" bIns="64425" lIns="64425" spcFirstLastPara="1" rIns="64425" wrap="square" tIns="64425">
                  <a:noAutofit/>
                </a:bodyPr>
                <a:lstStyle/>
                <a:p>
                  <a:pPr indent="0" lvl="0" marL="0" rtl="0" algn="l">
                    <a:spcBef>
                      <a:spcPts val="0"/>
                    </a:spcBef>
                    <a:spcAft>
                      <a:spcPts val="0"/>
                    </a:spcAft>
                    <a:buNone/>
                  </a:pPr>
                  <a:r>
                    <a:t/>
                  </a:r>
                  <a:endParaRPr/>
                </a:p>
              </p:txBody>
            </p:sp>
          </p:grpSp>
        </p:grpSp>
      </p:grpSp>
      <p:sp>
        <p:nvSpPr>
          <p:cNvPr id="1206" name="Google Shape;1206;p199"/>
          <p:cNvSpPr txBox="1"/>
          <p:nvPr/>
        </p:nvSpPr>
        <p:spPr>
          <a:xfrm>
            <a:off x="0" y="4711950"/>
            <a:ext cx="463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3</a:t>
            </a:r>
            <a:endParaRPr b="1" sz="2000">
              <a:solidFill>
                <a:srgbClr val="212121"/>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0" name="Shape 1210"/>
        <p:cNvGrpSpPr/>
        <p:nvPr/>
      </p:nvGrpSpPr>
      <p:grpSpPr>
        <a:xfrm>
          <a:off x="0" y="0"/>
          <a:ext cx="0" cy="0"/>
          <a:chOff x="0" y="0"/>
          <a:chExt cx="0" cy="0"/>
        </a:xfrm>
      </p:grpSpPr>
      <p:grpSp>
        <p:nvGrpSpPr>
          <p:cNvPr id="1211" name="Google Shape;1211;p200"/>
          <p:cNvGrpSpPr/>
          <p:nvPr/>
        </p:nvGrpSpPr>
        <p:grpSpPr>
          <a:xfrm>
            <a:off x="6652040" y="3722926"/>
            <a:ext cx="1250400" cy="1250400"/>
            <a:chOff x="6423665" y="1479376"/>
            <a:chExt cx="1250400" cy="1250400"/>
          </a:xfrm>
        </p:grpSpPr>
        <p:sp>
          <p:nvSpPr>
            <p:cNvPr id="1212" name="Google Shape;1212;p200"/>
            <p:cNvSpPr/>
            <p:nvPr/>
          </p:nvSpPr>
          <p:spPr>
            <a:xfrm>
              <a:off x="6423665" y="1479376"/>
              <a:ext cx="1250400" cy="1250400"/>
            </a:xfrm>
            <a:prstGeom prst="ellipse">
              <a:avLst/>
            </a:prstGeom>
            <a:solidFill>
              <a:schemeClr val="lt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00"/>
            <p:cNvSpPr/>
            <p:nvPr/>
          </p:nvSpPr>
          <p:spPr>
            <a:xfrm>
              <a:off x="6690463" y="1750275"/>
              <a:ext cx="716837" cy="708596"/>
            </a:xfrm>
            <a:custGeom>
              <a:rect b="b" l="l" r="r" t="t"/>
              <a:pathLst>
                <a:path extrusionOk="0" h="14617" w="14787">
                  <a:moveTo>
                    <a:pt x="7393" y="951"/>
                  </a:moveTo>
                  <a:cubicBezTo>
                    <a:pt x="9294" y="951"/>
                    <a:pt x="10894" y="2373"/>
                    <a:pt x="11117" y="4257"/>
                  </a:cubicBezTo>
                  <a:lnTo>
                    <a:pt x="11167" y="4677"/>
                  </a:lnTo>
                  <a:lnTo>
                    <a:pt x="11589" y="4677"/>
                  </a:lnTo>
                  <a:cubicBezTo>
                    <a:pt x="12827" y="4677"/>
                    <a:pt x="13834" y="5684"/>
                    <a:pt x="13834" y="6921"/>
                  </a:cubicBezTo>
                  <a:cubicBezTo>
                    <a:pt x="13834" y="8158"/>
                    <a:pt x="12827" y="9166"/>
                    <a:pt x="11591" y="9166"/>
                  </a:cubicBezTo>
                  <a:lnTo>
                    <a:pt x="3197" y="9166"/>
                  </a:lnTo>
                  <a:cubicBezTo>
                    <a:pt x="1959" y="9166"/>
                    <a:pt x="952" y="8158"/>
                    <a:pt x="952" y="6921"/>
                  </a:cubicBezTo>
                  <a:cubicBezTo>
                    <a:pt x="952" y="5684"/>
                    <a:pt x="1959" y="4677"/>
                    <a:pt x="3197" y="4677"/>
                  </a:cubicBezTo>
                  <a:lnTo>
                    <a:pt x="3620" y="4677"/>
                  </a:lnTo>
                  <a:lnTo>
                    <a:pt x="3669" y="4257"/>
                  </a:lnTo>
                  <a:cubicBezTo>
                    <a:pt x="3892" y="2373"/>
                    <a:pt x="5492" y="951"/>
                    <a:pt x="7393" y="951"/>
                  </a:cubicBezTo>
                  <a:close/>
                  <a:moveTo>
                    <a:pt x="7393" y="0"/>
                  </a:moveTo>
                  <a:cubicBezTo>
                    <a:pt x="5145" y="0"/>
                    <a:pt x="3232" y="1587"/>
                    <a:pt x="2788" y="3752"/>
                  </a:cubicBezTo>
                  <a:cubicBezTo>
                    <a:pt x="1217" y="3953"/>
                    <a:pt x="1" y="5297"/>
                    <a:pt x="1" y="6922"/>
                  </a:cubicBezTo>
                  <a:cubicBezTo>
                    <a:pt x="1" y="8683"/>
                    <a:pt x="1434" y="10118"/>
                    <a:pt x="3197" y="10118"/>
                  </a:cubicBezTo>
                  <a:lnTo>
                    <a:pt x="4922" y="10118"/>
                  </a:lnTo>
                  <a:lnTo>
                    <a:pt x="4922" y="11608"/>
                  </a:lnTo>
                  <a:lnTo>
                    <a:pt x="3663" y="11608"/>
                  </a:lnTo>
                  <a:lnTo>
                    <a:pt x="3663" y="14616"/>
                  </a:lnTo>
                  <a:lnTo>
                    <a:pt x="4614" y="14616"/>
                  </a:lnTo>
                  <a:lnTo>
                    <a:pt x="4614" y="12561"/>
                  </a:lnTo>
                  <a:lnTo>
                    <a:pt x="5873" y="12561"/>
                  </a:lnTo>
                  <a:lnTo>
                    <a:pt x="5873" y="10118"/>
                  </a:lnTo>
                  <a:lnTo>
                    <a:pt x="8651" y="10118"/>
                  </a:lnTo>
                  <a:lnTo>
                    <a:pt x="8651" y="11608"/>
                  </a:lnTo>
                  <a:lnTo>
                    <a:pt x="7393" y="11608"/>
                  </a:lnTo>
                  <a:lnTo>
                    <a:pt x="7393" y="14616"/>
                  </a:lnTo>
                  <a:lnTo>
                    <a:pt x="8344" y="14616"/>
                  </a:lnTo>
                  <a:lnTo>
                    <a:pt x="8344" y="12561"/>
                  </a:lnTo>
                  <a:lnTo>
                    <a:pt x="9603" y="12561"/>
                  </a:lnTo>
                  <a:lnTo>
                    <a:pt x="9603" y="10118"/>
                  </a:lnTo>
                  <a:lnTo>
                    <a:pt x="11591" y="10118"/>
                  </a:lnTo>
                  <a:cubicBezTo>
                    <a:pt x="13353" y="10118"/>
                    <a:pt x="14787" y="8683"/>
                    <a:pt x="14787" y="6922"/>
                  </a:cubicBezTo>
                  <a:cubicBezTo>
                    <a:pt x="14787" y="5297"/>
                    <a:pt x="13569" y="3953"/>
                    <a:pt x="11999" y="3752"/>
                  </a:cubicBezTo>
                  <a:cubicBezTo>
                    <a:pt x="11556" y="1587"/>
                    <a:pt x="9641" y="0"/>
                    <a:pt x="73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4" name="Google Shape;1214;p200"/>
          <p:cNvSpPr txBox="1"/>
          <p:nvPr>
            <p:ph type="title"/>
          </p:nvPr>
        </p:nvSpPr>
        <p:spPr>
          <a:xfrm>
            <a:off x="459875" y="387900"/>
            <a:ext cx="6372900" cy="110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000">
                <a:solidFill>
                  <a:srgbClr val="000000"/>
                </a:solidFill>
              </a:rPr>
              <a:t>The Core Innovation (The Capacitor)</a:t>
            </a:r>
            <a:endParaRPr sz="8800"/>
          </a:p>
        </p:txBody>
      </p:sp>
      <p:grpSp>
        <p:nvGrpSpPr>
          <p:cNvPr id="1215" name="Google Shape;1215;p200"/>
          <p:cNvGrpSpPr/>
          <p:nvPr/>
        </p:nvGrpSpPr>
        <p:grpSpPr>
          <a:xfrm>
            <a:off x="7673865" y="3722926"/>
            <a:ext cx="1250400" cy="1250400"/>
            <a:chOff x="7078515" y="609701"/>
            <a:chExt cx="1250400" cy="1250400"/>
          </a:xfrm>
        </p:grpSpPr>
        <p:sp>
          <p:nvSpPr>
            <p:cNvPr id="1216" name="Google Shape;1216;p200"/>
            <p:cNvSpPr/>
            <p:nvPr/>
          </p:nvSpPr>
          <p:spPr>
            <a:xfrm>
              <a:off x="7078515" y="609701"/>
              <a:ext cx="1250400" cy="1250400"/>
            </a:xfrm>
            <a:prstGeom prst="ellipse">
              <a:avLst/>
            </a:prstGeom>
            <a:solidFill>
              <a:schemeClr val="dk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00"/>
            <p:cNvSpPr/>
            <p:nvPr/>
          </p:nvSpPr>
          <p:spPr>
            <a:xfrm>
              <a:off x="7385973" y="880600"/>
              <a:ext cx="635513" cy="708602"/>
            </a:xfrm>
            <a:custGeom>
              <a:rect b="b" l="l" r="r" t="t"/>
              <a:pathLst>
                <a:path extrusionOk="0" h="15386" w="13799">
                  <a:moveTo>
                    <a:pt x="6423" y="0"/>
                  </a:moveTo>
                  <a:lnTo>
                    <a:pt x="6423" y="1910"/>
                  </a:lnTo>
                  <a:lnTo>
                    <a:pt x="5402" y="887"/>
                  </a:lnTo>
                  <a:lnTo>
                    <a:pt x="4729" y="1561"/>
                  </a:lnTo>
                  <a:lnTo>
                    <a:pt x="6423" y="3255"/>
                  </a:lnTo>
                  <a:lnTo>
                    <a:pt x="6423" y="6869"/>
                  </a:lnTo>
                  <a:lnTo>
                    <a:pt x="3295" y="5062"/>
                  </a:lnTo>
                  <a:lnTo>
                    <a:pt x="2675" y="2747"/>
                  </a:lnTo>
                  <a:lnTo>
                    <a:pt x="1755" y="2993"/>
                  </a:lnTo>
                  <a:lnTo>
                    <a:pt x="2128" y="4389"/>
                  </a:lnTo>
                  <a:lnTo>
                    <a:pt x="475" y="3434"/>
                  </a:lnTo>
                  <a:lnTo>
                    <a:pt x="0" y="4258"/>
                  </a:lnTo>
                  <a:lnTo>
                    <a:pt x="1654" y="5212"/>
                  </a:lnTo>
                  <a:lnTo>
                    <a:pt x="258" y="5587"/>
                  </a:lnTo>
                  <a:lnTo>
                    <a:pt x="504" y="6506"/>
                  </a:lnTo>
                  <a:lnTo>
                    <a:pt x="2819" y="5886"/>
                  </a:lnTo>
                  <a:lnTo>
                    <a:pt x="5948" y="7693"/>
                  </a:lnTo>
                  <a:lnTo>
                    <a:pt x="2819" y="9499"/>
                  </a:lnTo>
                  <a:lnTo>
                    <a:pt x="504" y="8879"/>
                  </a:lnTo>
                  <a:lnTo>
                    <a:pt x="258" y="9798"/>
                  </a:lnTo>
                  <a:lnTo>
                    <a:pt x="1654" y="10171"/>
                  </a:lnTo>
                  <a:lnTo>
                    <a:pt x="0" y="11127"/>
                  </a:lnTo>
                  <a:lnTo>
                    <a:pt x="475" y="11951"/>
                  </a:lnTo>
                  <a:lnTo>
                    <a:pt x="2128" y="10997"/>
                  </a:lnTo>
                  <a:lnTo>
                    <a:pt x="1755" y="12392"/>
                  </a:lnTo>
                  <a:lnTo>
                    <a:pt x="2675" y="12638"/>
                  </a:lnTo>
                  <a:lnTo>
                    <a:pt x="3295" y="10323"/>
                  </a:lnTo>
                  <a:lnTo>
                    <a:pt x="6423" y="8516"/>
                  </a:lnTo>
                  <a:lnTo>
                    <a:pt x="6423" y="12130"/>
                  </a:lnTo>
                  <a:lnTo>
                    <a:pt x="4729" y="13824"/>
                  </a:lnTo>
                  <a:lnTo>
                    <a:pt x="5402" y="14496"/>
                  </a:lnTo>
                  <a:lnTo>
                    <a:pt x="6423" y="13475"/>
                  </a:lnTo>
                  <a:lnTo>
                    <a:pt x="6423" y="15385"/>
                  </a:lnTo>
                  <a:lnTo>
                    <a:pt x="7376" y="15385"/>
                  </a:lnTo>
                  <a:lnTo>
                    <a:pt x="7376" y="13475"/>
                  </a:lnTo>
                  <a:lnTo>
                    <a:pt x="8397" y="14496"/>
                  </a:lnTo>
                  <a:lnTo>
                    <a:pt x="9070" y="13824"/>
                  </a:lnTo>
                  <a:lnTo>
                    <a:pt x="7376" y="12130"/>
                  </a:lnTo>
                  <a:lnTo>
                    <a:pt x="7376" y="8516"/>
                  </a:lnTo>
                  <a:lnTo>
                    <a:pt x="10504" y="10323"/>
                  </a:lnTo>
                  <a:lnTo>
                    <a:pt x="11124" y="12638"/>
                  </a:lnTo>
                  <a:lnTo>
                    <a:pt x="12044" y="12392"/>
                  </a:lnTo>
                  <a:lnTo>
                    <a:pt x="11669" y="10997"/>
                  </a:lnTo>
                  <a:lnTo>
                    <a:pt x="13322" y="11951"/>
                  </a:lnTo>
                  <a:lnTo>
                    <a:pt x="13799" y="11127"/>
                  </a:lnTo>
                  <a:lnTo>
                    <a:pt x="12145" y="10171"/>
                  </a:lnTo>
                  <a:lnTo>
                    <a:pt x="13541" y="9798"/>
                  </a:lnTo>
                  <a:lnTo>
                    <a:pt x="13294" y="8879"/>
                  </a:lnTo>
                  <a:lnTo>
                    <a:pt x="10980" y="9499"/>
                  </a:lnTo>
                  <a:lnTo>
                    <a:pt x="7851" y="7693"/>
                  </a:lnTo>
                  <a:lnTo>
                    <a:pt x="10980" y="5886"/>
                  </a:lnTo>
                  <a:lnTo>
                    <a:pt x="13294" y="6506"/>
                  </a:lnTo>
                  <a:lnTo>
                    <a:pt x="13541" y="5587"/>
                  </a:lnTo>
                  <a:lnTo>
                    <a:pt x="12145" y="5212"/>
                  </a:lnTo>
                  <a:lnTo>
                    <a:pt x="13799" y="4258"/>
                  </a:lnTo>
                  <a:lnTo>
                    <a:pt x="13322" y="3434"/>
                  </a:lnTo>
                  <a:lnTo>
                    <a:pt x="11669" y="4389"/>
                  </a:lnTo>
                  <a:lnTo>
                    <a:pt x="12044" y="2993"/>
                  </a:lnTo>
                  <a:lnTo>
                    <a:pt x="11124" y="2747"/>
                  </a:lnTo>
                  <a:lnTo>
                    <a:pt x="10504" y="5062"/>
                  </a:lnTo>
                  <a:lnTo>
                    <a:pt x="7376" y="6867"/>
                  </a:lnTo>
                  <a:lnTo>
                    <a:pt x="7376" y="3255"/>
                  </a:lnTo>
                  <a:lnTo>
                    <a:pt x="9070" y="1561"/>
                  </a:lnTo>
                  <a:lnTo>
                    <a:pt x="8397" y="887"/>
                  </a:lnTo>
                  <a:lnTo>
                    <a:pt x="7376" y="1910"/>
                  </a:lnTo>
                  <a:lnTo>
                    <a:pt x="73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18" name="Google Shape;1218;p200" title="wide-shot-mountain-range-with-trees-around-thick-layer-clouds-sky-modified.png"/>
          <p:cNvPicPr preferRelativeResize="0"/>
          <p:nvPr/>
        </p:nvPicPr>
        <p:blipFill>
          <a:blip r:embed="rId4">
            <a:alphaModFix/>
          </a:blip>
          <a:stretch>
            <a:fillRect/>
          </a:stretch>
        </p:blipFill>
        <p:spPr>
          <a:xfrm>
            <a:off x="4869925" y="1359400"/>
            <a:ext cx="3687414" cy="2110180"/>
          </a:xfrm>
          <a:prstGeom prst="rect">
            <a:avLst/>
          </a:prstGeom>
          <a:noFill/>
          <a:ln>
            <a:noFill/>
          </a:ln>
        </p:spPr>
      </p:pic>
      <p:pic>
        <p:nvPicPr>
          <p:cNvPr id="1219" name="Google Shape;1219;p200" title="c9e3ebc9-b39e-4fc5-a28b-99369c770127_removalai_preview.png"/>
          <p:cNvPicPr preferRelativeResize="0"/>
          <p:nvPr/>
        </p:nvPicPr>
        <p:blipFill>
          <a:blip r:embed="rId5">
            <a:alphaModFix/>
          </a:blip>
          <a:stretch>
            <a:fillRect/>
          </a:stretch>
        </p:blipFill>
        <p:spPr>
          <a:xfrm>
            <a:off x="899025" y="1359388"/>
            <a:ext cx="2637724" cy="2110175"/>
          </a:xfrm>
          <a:prstGeom prst="rect">
            <a:avLst/>
          </a:prstGeom>
          <a:noFill/>
          <a:ln>
            <a:noFill/>
          </a:ln>
        </p:spPr>
      </p:pic>
      <p:cxnSp>
        <p:nvCxnSpPr>
          <p:cNvPr id="1220" name="Google Shape;1220;p200"/>
          <p:cNvCxnSpPr/>
          <p:nvPr/>
        </p:nvCxnSpPr>
        <p:spPr>
          <a:xfrm flipH="1" rot="10800000">
            <a:off x="2685700" y="1754313"/>
            <a:ext cx="3243300" cy="303900"/>
          </a:xfrm>
          <a:prstGeom prst="straightConnector1">
            <a:avLst/>
          </a:prstGeom>
          <a:noFill/>
          <a:ln cap="flat" cmpd="sng" w="9525">
            <a:solidFill>
              <a:schemeClr val="dk2"/>
            </a:solidFill>
            <a:prstDash val="solid"/>
            <a:round/>
            <a:headEnd len="med" w="med" type="none"/>
            <a:tailEnd len="med" w="med" type="none"/>
          </a:ln>
          <a:effectLst>
            <a:outerShdw rotWithShape="0" algn="bl" dir="5400000" dist="19050">
              <a:srgbClr val="000000"/>
            </a:outerShdw>
          </a:effectLst>
        </p:spPr>
      </p:cxnSp>
      <p:sp>
        <p:nvSpPr>
          <p:cNvPr id="1221" name="Google Shape;1221;p200"/>
          <p:cNvSpPr txBox="1"/>
          <p:nvPr/>
        </p:nvSpPr>
        <p:spPr>
          <a:xfrm>
            <a:off x="5219425" y="1407825"/>
            <a:ext cx="17400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12121"/>
                </a:solidFill>
                <a:latin typeface="Oswald"/>
                <a:ea typeface="Oswald"/>
                <a:cs typeface="Oswald"/>
                <a:sym typeface="Oswald"/>
              </a:rPr>
              <a:t>Charge (Q) = Heat</a:t>
            </a:r>
            <a:endParaRPr b="1" sz="1600">
              <a:solidFill>
                <a:srgbClr val="212121"/>
              </a:solidFill>
              <a:latin typeface="Oswald"/>
              <a:ea typeface="Oswald"/>
              <a:cs typeface="Oswald"/>
              <a:sym typeface="Oswald"/>
            </a:endParaRPr>
          </a:p>
        </p:txBody>
      </p:sp>
      <p:cxnSp>
        <p:nvCxnSpPr>
          <p:cNvPr id="1222" name="Google Shape;1222;p200"/>
          <p:cNvCxnSpPr/>
          <p:nvPr/>
        </p:nvCxnSpPr>
        <p:spPr>
          <a:xfrm>
            <a:off x="2609725" y="2494688"/>
            <a:ext cx="3513600" cy="109800"/>
          </a:xfrm>
          <a:prstGeom prst="straightConnector1">
            <a:avLst/>
          </a:prstGeom>
          <a:noFill/>
          <a:ln cap="flat" cmpd="sng" w="9525">
            <a:solidFill>
              <a:schemeClr val="dk2"/>
            </a:solidFill>
            <a:prstDash val="solid"/>
            <a:round/>
            <a:headEnd len="med" w="med" type="none"/>
            <a:tailEnd len="med" w="med" type="none"/>
          </a:ln>
          <a:effectLst>
            <a:outerShdw rotWithShape="0" algn="bl" dir="5400000" dist="19050">
              <a:srgbClr val="000000"/>
            </a:outerShdw>
          </a:effectLst>
        </p:spPr>
      </p:cxnSp>
      <p:sp>
        <p:nvSpPr>
          <p:cNvPr id="1223" name="Google Shape;1223;p200"/>
          <p:cNvSpPr txBox="1"/>
          <p:nvPr/>
        </p:nvSpPr>
        <p:spPr>
          <a:xfrm>
            <a:off x="5326400" y="2422963"/>
            <a:ext cx="3750000" cy="7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FFFF00"/>
                </a:solidFill>
                <a:latin typeface="Oswald"/>
                <a:ea typeface="Oswald"/>
                <a:cs typeface="Oswald"/>
                <a:sym typeface="Oswald"/>
              </a:rPr>
              <a:t>Dielectric (</a:t>
            </a:r>
            <a:r>
              <a:rPr lang="en-GB" sz="2400">
                <a:solidFill>
                  <a:srgbClr val="FFFF00"/>
                </a:solidFill>
                <a:latin typeface="Oswald"/>
                <a:ea typeface="Oswald"/>
                <a:cs typeface="Oswald"/>
                <a:sym typeface="Oswald"/>
              </a:rPr>
              <a:t>ε</a:t>
            </a:r>
            <a:r>
              <a:rPr b="1" lang="en-GB" sz="1300">
                <a:solidFill>
                  <a:srgbClr val="FFFF00"/>
                </a:solidFill>
                <a:latin typeface="Oswald"/>
                <a:ea typeface="Oswald"/>
                <a:cs typeface="Oswald"/>
                <a:sym typeface="Oswald"/>
              </a:rPr>
              <a:t>) = Topography</a:t>
            </a:r>
            <a:endParaRPr b="1" sz="1300">
              <a:solidFill>
                <a:srgbClr val="FFFF00"/>
              </a:solidFill>
              <a:latin typeface="Oswald"/>
              <a:ea typeface="Oswald"/>
              <a:cs typeface="Oswald"/>
              <a:sym typeface="Oswald"/>
            </a:endParaRPr>
          </a:p>
        </p:txBody>
      </p:sp>
      <p:sp>
        <p:nvSpPr>
          <p:cNvPr id="1224" name="Google Shape;1224;p200"/>
          <p:cNvSpPr txBox="1"/>
          <p:nvPr/>
        </p:nvSpPr>
        <p:spPr>
          <a:xfrm>
            <a:off x="1031100" y="3741100"/>
            <a:ext cx="4473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12121"/>
                </a:solidFill>
                <a:latin typeface="Oswald"/>
                <a:ea typeface="Oswald"/>
                <a:cs typeface="Oswald"/>
                <a:sym typeface="Oswald"/>
              </a:rPr>
              <a:t>E </a:t>
            </a:r>
            <a:r>
              <a:rPr b="1" lang="en-GB" sz="1600">
                <a:solidFill>
                  <a:schemeClr val="dk1"/>
                </a:solidFill>
                <a:latin typeface="Oswald"/>
                <a:ea typeface="Oswald"/>
                <a:cs typeface="Oswald"/>
                <a:sym typeface="Oswald"/>
              </a:rPr>
              <a:t>=  </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p:txBody>
      </p:sp>
      <p:sp>
        <p:nvSpPr>
          <p:cNvPr id="1225" name="Google Shape;1225;p200"/>
          <p:cNvSpPr/>
          <p:nvPr/>
        </p:nvSpPr>
        <p:spPr>
          <a:xfrm>
            <a:off x="1351675" y="3816700"/>
            <a:ext cx="330300" cy="201900"/>
          </a:xfrm>
          <a:prstGeom prst="mathMinus">
            <a:avLst>
              <a:gd fmla="val 23520" name="adj1"/>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arlow"/>
              <a:ea typeface="Barlow"/>
              <a:cs typeface="Barlow"/>
              <a:sym typeface="Barlow"/>
            </a:endParaRPr>
          </a:p>
        </p:txBody>
      </p:sp>
      <p:sp>
        <p:nvSpPr>
          <p:cNvPr id="1226" name="Google Shape;1226;p200"/>
          <p:cNvSpPr txBox="1"/>
          <p:nvPr/>
        </p:nvSpPr>
        <p:spPr>
          <a:xfrm>
            <a:off x="1373720" y="3536750"/>
            <a:ext cx="2862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12121"/>
                </a:solidFill>
                <a:latin typeface="Oswald"/>
                <a:ea typeface="Oswald"/>
                <a:cs typeface="Oswald"/>
                <a:sym typeface="Oswald"/>
              </a:rPr>
              <a:t>Q</a:t>
            </a:r>
            <a:r>
              <a:rPr b="1" lang="en-GB" sz="1600">
                <a:solidFill>
                  <a:schemeClr val="dk1"/>
                </a:solidFill>
                <a:latin typeface="Oswald"/>
                <a:ea typeface="Oswald"/>
                <a:cs typeface="Oswald"/>
                <a:sym typeface="Oswald"/>
              </a:rPr>
              <a:t>  </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p:txBody>
      </p:sp>
      <p:sp>
        <p:nvSpPr>
          <p:cNvPr id="1227" name="Google Shape;1227;p200"/>
          <p:cNvSpPr txBox="1"/>
          <p:nvPr/>
        </p:nvSpPr>
        <p:spPr>
          <a:xfrm>
            <a:off x="1373725" y="3787600"/>
            <a:ext cx="286200" cy="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1F1F1F"/>
                </a:solidFill>
                <a:latin typeface="Oswald"/>
                <a:ea typeface="Oswald"/>
                <a:cs typeface="Oswald"/>
                <a:sym typeface="Oswald"/>
              </a:rPr>
              <a:t>ε</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a:p>
            <a:pPr indent="0" lvl="0" marL="0" rtl="0" algn="l">
              <a:spcBef>
                <a:spcPts val="0"/>
              </a:spcBef>
              <a:spcAft>
                <a:spcPts val="0"/>
              </a:spcAft>
              <a:buNone/>
            </a:pPr>
            <a:r>
              <a:t/>
            </a:r>
            <a:endParaRPr b="1" sz="1600">
              <a:solidFill>
                <a:srgbClr val="212121"/>
              </a:solidFill>
              <a:latin typeface="Oswald"/>
              <a:ea typeface="Oswald"/>
              <a:cs typeface="Oswald"/>
              <a:sym typeface="Oswald"/>
            </a:endParaRPr>
          </a:p>
        </p:txBody>
      </p:sp>
      <p:sp>
        <p:nvSpPr>
          <p:cNvPr id="1228" name="Google Shape;1228;p200"/>
          <p:cNvSpPr txBox="1"/>
          <p:nvPr/>
        </p:nvSpPr>
        <p:spPr>
          <a:xfrm>
            <a:off x="1813150" y="3722925"/>
            <a:ext cx="40287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212121"/>
                </a:solidFill>
                <a:latin typeface="Oswald"/>
                <a:ea typeface="Oswald"/>
                <a:cs typeface="Oswald"/>
                <a:sym typeface="Oswald"/>
              </a:rPr>
              <a:t>Or   Stress = Heat / Terrain Resistance</a:t>
            </a:r>
            <a:endParaRPr b="1" sz="1600">
              <a:solidFill>
                <a:srgbClr val="212121"/>
              </a:solidFill>
              <a:latin typeface="Oswald"/>
              <a:ea typeface="Oswald"/>
              <a:cs typeface="Oswald"/>
              <a:sym typeface="Oswald"/>
            </a:endParaRPr>
          </a:p>
        </p:txBody>
      </p:sp>
      <p:sp>
        <p:nvSpPr>
          <p:cNvPr id="1229" name="Google Shape;1229;p200"/>
          <p:cNvSpPr txBox="1"/>
          <p:nvPr/>
        </p:nvSpPr>
        <p:spPr>
          <a:xfrm>
            <a:off x="0" y="4733800"/>
            <a:ext cx="4635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4</a:t>
            </a:r>
            <a:endParaRPr b="1" sz="2000">
              <a:solidFill>
                <a:srgbClr val="212121"/>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3" name="Shape 1233"/>
        <p:cNvGrpSpPr/>
        <p:nvPr/>
      </p:nvGrpSpPr>
      <p:grpSpPr>
        <a:xfrm>
          <a:off x="0" y="0"/>
          <a:ext cx="0" cy="0"/>
          <a:chOff x="0" y="0"/>
          <a:chExt cx="0" cy="0"/>
        </a:xfrm>
      </p:grpSpPr>
      <p:sp>
        <p:nvSpPr>
          <p:cNvPr id="1234" name="Google Shape;1234;p201"/>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700">
                <a:solidFill>
                  <a:srgbClr val="000000"/>
                </a:solidFill>
              </a:rPr>
              <a:t>Research Objectives</a:t>
            </a:r>
            <a:endParaRPr sz="5000"/>
          </a:p>
        </p:txBody>
      </p:sp>
      <p:grpSp>
        <p:nvGrpSpPr>
          <p:cNvPr id="1235" name="Google Shape;1235;p201"/>
          <p:cNvGrpSpPr/>
          <p:nvPr/>
        </p:nvGrpSpPr>
        <p:grpSpPr>
          <a:xfrm>
            <a:off x="7551049" y="539507"/>
            <a:ext cx="979813" cy="979813"/>
            <a:chOff x="7078515" y="609701"/>
            <a:chExt cx="1250400" cy="1250400"/>
          </a:xfrm>
        </p:grpSpPr>
        <p:sp>
          <p:nvSpPr>
            <p:cNvPr id="1236" name="Google Shape;1236;p201"/>
            <p:cNvSpPr/>
            <p:nvPr/>
          </p:nvSpPr>
          <p:spPr>
            <a:xfrm>
              <a:off x="7078515" y="609701"/>
              <a:ext cx="1250400" cy="1250400"/>
            </a:xfrm>
            <a:prstGeom prst="ellipse">
              <a:avLst/>
            </a:prstGeom>
            <a:solidFill>
              <a:schemeClr val="lt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01"/>
            <p:cNvSpPr/>
            <p:nvPr/>
          </p:nvSpPr>
          <p:spPr>
            <a:xfrm>
              <a:off x="7385973" y="880600"/>
              <a:ext cx="635513" cy="708602"/>
            </a:xfrm>
            <a:custGeom>
              <a:rect b="b" l="l" r="r" t="t"/>
              <a:pathLst>
                <a:path extrusionOk="0" h="15386" w="13799">
                  <a:moveTo>
                    <a:pt x="6423" y="0"/>
                  </a:moveTo>
                  <a:lnTo>
                    <a:pt x="6423" y="1910"/>
                  </a:lnTo>
                  <a:lnTo>
                    <a:pt x="5402" y="887"/>
                  </a:lnTo>
                  <a:lnTo>
                    <a:pt x="4729" y="1561"/>
                  </a:lnTo>
                  <a:lnTo>
                    <a:pt x="6423" y="3255"/>
                  </a:lnTo>
                  <a:lnTo>
                    <a:pt x="6423" y="6869"/>
                  </a:lnTo>
                  <a:lnTo>
                    <a:pt x="3295" y="5062"/>
                  </a:lnTo>
                  <a:lnTo>
                    <a:pt x="2675" y="2747"/>
                  </a:lnTo>
                  <a:lnTo>
                    <a:pt x="1755" y="2993"/>
                  </a:lnTo>
                  <a:lnTo>
                    <a:pt x="2128" y="4389"/>
                  </a:lnTo>
                  <a:lnTo>
                    <a:pt x="475" y="3434"/>
                  </a:lnTo>
                  <a:lnTo>
                    <a:pt x="0" y="4258"/>
                  </a:lnTo>
                  <a:lnTo>
                    <a:pt x="1654" y="5212"/>
                  </a:lnTo>
                  <a:lnTo>
                    <a:pt x="258" y="5587"/>
                  </a:lnTo>
                  <a:lnTo>
                    <a:pt x="504" y="6506"/>
                  </a:lnTo>
                  <a:lnTo>
                    <a:pt x="2819" y="5886"/>
                  </a:lnTo>
                  <a:lnTo>
                    <a:pt x="5948" y="7693"/>
                  </a:lnTo>
                  <a:lnTo>
                    <a:pt x="2819" y="9499"/>
                  </a:lnTo>
                  <a:lnTo>
                    <a:pt x="504" y="8879"/>
                  </a:lnTo>
                  <a:lnTo>
                    <a:pt x="258" y="9798"/>
                  </a:lnTo>
                  <a:lnTo>
                    <a:pt x="1654" y="10171"/>
                  </a:lnTo>
                  <a:lnTo>
                    <a:pt x="0" y="11127"/>
                  </a:lnTo>
                  <a:lnTo>
                    <a:pt x="475" y="11951"/>
                  </a:lnTo>
                  <a:lnTo>
                    <a:pt x="2128" y="10997"/>
                  </a:lnTo>
                  <a:lnTo>
                    <a:pt x="1755" y="12392"/>
                  </a:lnTo>
                  <a:lnTo>
                    <a:pt x="2675" y="12638"/>
                  </a:lnTo>
                  <a:lnTo>
                    <a:pt x="3295" y="10323"/>
                  </a:lnTo>
                  <a:lnTo>
                    <a:pt x="6423" y="8516"/>
                  </a:lnTo>
                  <a:lnTo>
                    <a:pt x="6423" y="12130"/>
                  </a:lnTo>
                  <a:lnTo>
                    <a:pt x="4729" y="13824"/>
                  </a:lnTo>
                  <a:lnTo>
                    <a:pt x="5402" y="14496"/>
                  </a:lnTo>
                  <a:lnTo>
                    <a:pt x="6423" y="13475"/>
                  </a:lnTo>
                  <a:lnTo>
                    <a:pt x="6423" y="15385"/>
                  </a:lnTo>
                  <a:lnTo>
                    <a:pt x="7376" y="15385"/>
                  </a:lnTo>
                  <a:lnTo>
                    <a:pt x="7376" y="13475"/>
                  </a:lnTo>
                  <a:lnTo>
                    <a:pt x="8397" y="14496"/>
                  </a:lnTo>
                  <a:lnTo>
                    <a:pt x="9070" y="13824"/>
                  </a:lnTo>
                  <a:lnTo>
                    <a:pt x="7376" y="12130"/>
                  </a:lnTo>
                  <a:lnTo>
                    <a:pt x="7376" y="8516"/>
                  </a:lnTo>
                  <a:lnTo>
                    <a:pt x="10504" y="10323"/>
                  </a:lnTo>
                  <a:lnTo>
                    <a:pt x="11124" y="12638"/>
                  </a:lnTo>
                  <a:lnTo>
                    <a:pt x="12044" y="12392"/>
                  </a:lnTo>
                  <a:lnTo>
                    <a:pt x="11669" y="10997"/>
                  </a:lnTo>
                  <a:lnTo>
                    <a:pt x="13322" y="11951"/>
                  </a:lnTo>
                  <a:lnTo>
                    <a:pt x="13799" y="11127"/>
                  </a:lnTo>
                  <a:lnTo>
                    <a:pt x="12145" y="10171"/>
                  </a:lnTo>
                  <a:lnTo>
                    <a:pt x="13541" y="9798"/>
                  </a:lnTo>
                  <a:lnTo>
                    <a:pt x="13294" y="8879"/>
                  </a:lnTo>
                  <a:lnTo>
                    <a:pt x="10980" y="9499"/>
                  </a:lnTo>
                  <a:lnTo>
                    <a:pt x="7851" y="7693"/>
                  </a:lnTo>
                  <a:lnTo>
                    <a:pt x="10980" y="5886"/>
                  </a:lnTo>
                  <a:lnTo>
                    <a:pt x="13294" y="6506"/>
                  </a:lnTo>
                  <a:lnTo>
                    <a:pt x="13541" y="5587"/>
                  </a:lnTo>
                  <a:lnTo>
                    <a:pt x="12145" y="5212"/>
                  </a:lnTo>
                  <a:lnTo>
                    <a:pt x="13799" y="4258"/>
                  </a:lnTo>
                  <a:lnTo>
                    <a:pt x="13322" y="3434"/>
                  </a:lnTo>
                  <a:lnTo>
                    <a:pt x="11669" y="4389"/>
                  </a:lnTo>
                  <a:lnTo>
                    <a:pt x="12044" y="2993"/>
                  </a:lnTo>
                  <a:lnTo>
                    <a:pt x="11124" y="2747"/>
                  </a:lnTo>
                  <a:lnTo>
                    <a:pt x="10504" y="5062"/>
                  </a:lnTo>
                  <a:lnTo>
                    <a:pt x="7376" y="6867"/>
                  </a:lnTo>
                  <a:lnTo>
                    <a:pt x="7376" y="3255"/>
                  </a:lnTo>
                  <a:lnTo>
                    <a:pt x="9070" y="1561"/>
                  </a:lnTo>
                  <a:lnTo>
                    <a:pt x="8397" y="887"/>
                  </a:lnTo>
                  <a:lnTo>
                    <a:pt x="7376" y="1910"/>
                  </a:lnTo>
                  <a:lnTo>
                    <a:pt x="737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201"/>
          <p:cNvGrpSpPr/>
          <p:nvPr/>
        </p:nvGrpSpPr>
        <p:grpSpPr>
          <a:xfrm>
            <a:off x="8070969" y="3625459"/>
            <a:ext cx="979813" cy="979813"/>
            <a:chOff x="6398575" y="3131102"/>
            <a:chExt cx="1250400" cy="1250400"/>
          </a:xfrm>
        </p:grpSpPr>
        <p:sp>
          <p:nvSpPr>
            <p:cNvPr id="1239" name="Google Shape;1239;p201"/>
            <p:cNvSpPr/>
            <p:nvPr/>
          </p:nvSpPr>
          <p:spPr>
            <a:xfrm>
              <a:off x="6398575" y="3131102"/>
              <a:ext cx="1250400" cy="1250400"/>
            </a:xfrm>
            <a:prstGeom prst="ellipse">
              <a:avLst/>
            </a:prstGeom>
            <a:solidFill>
              <a:schemeClr val="dk1"/>
            </a:solidFill>
            <a:ln>
              <a:noFill/>
            </a:ln>
            <a:effectLst>
              <a:outerShdw rotWithShape="0" algn="bl" dir="3480000" dist="47625">
                <a:schemeClr val="dk1">
                  <a:alpha val="1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01"/>
            <p:cNvSpPr/>
            <p:nvPr/>
          </p:nvSpPr>
          <p:spPr>
            <a:xfrm>
              <a:off x="6669486" y="3502125"/>
              <a:ext cx="708593" cy="508345"/>
            </a:xfrm>
            <a:custGeom>
              <a:rect b="b" l="l" r="r" t="t"/>
              <a:pathLst>
                <a:path extrusionOk="0" h="10921" w="15223">
                  <a:moveTo>
                    <a:pt x="11323" y="1944"/>
                  </a:moveTo>
                  <a:cubicBezTo>
                    <a:pt x="12402" y="1944"/>
                    <a:pt x="13279" y="2821"/>
                    <a:pt x="13279" y="3900"/>
                  </a:cubicBezTo>
                  <a:cubicBezTo>
                    <a:pt x="13279" y="4241"/>
                    <a:pt x="13189" y="4575"/>
                    <a:pt x="13023" y="4867"/>
                  </a:cubicBezTo>
                  <a:cubicBezTo>
                    <a:pt x="12707" y="4708"/>
                    <a:pt x="12363" y="4600"/>
                    <a:pt x="12000" y="4553"/>
                  </a:cubicBezTo>
                  <a:cubicBezTo>
                    <a:pt x="11800" y="3581"/>
                    <a:pt x="11304" y="2725"/>
                    <a:pt x="10615" y="2078"/>
                  </a:cubicBezTo>
                  <a:cubicBezTo>
                    <a:pt x="10840" y="1991"/>
                    <a:pt x="11081" y="1944"/>
                    <a:pt x="11323" y="1944"/>
                  </a:cubicBezTo>
                  <a:close/>
                  <a:moveTo>
                    <a:pt x="7393" y="1755"/>
                  </a:moveTo>
                  <a:cubicBezTo>
                    <a:pt x="9294" y="1755"/>
                    <a:pt x="10896" y="3174"/>
                    <a:pt x="11117" y="5059"/>
                  </a:cubicBezTo>
                  <a:lnTo>
                    <a:pt x="11167" y="5479"/>
                  </a:lnTo>
                  <a:lnTo>
                    <a:pt x="11590" y="5479"/>
                  </a:lnTo>
                  <a:cubicBezTo>
                    <a:pt x="12828" y="5479"/>
                    <a:pt x="13836" y="6486"/>
                    <a:pt x="13836" y="7724"/>
                  </a:cubicBezTo>
                  <a:cubicBezTo>
                    <a:pt x="13836" y="8962"/>
                    <a:pt x="12828" y="9969"/>
                    <a:pt x="11590" y="9969"/>
                  </a:cubicBezTo>
                  <a:lnTo>
                    <a:pt x="3197" y="9969"/>
                  </a:lnTo>
                  <a:cubicBezTo>
                    <a:pt x="1959" y="9969"/>
                    <a:pt x="952" y="8962"/>
                    <a:pt x="952" y="7724"/>
                  </a:cubicBezTo>
                  <a:cubicBezTo>
                    <a:pt x="952" y="6486"/>
                    <a:pt x="1959" y="5479"/>
                    <a:pt x="3197" y="5479"/>
                  </a:cubicBezTo>
                  <a:lnTo>
                    <a:pt x="3620" y="5479"/>
                  </a:lnTo>
                  <a:lnTo>
                    <a:pt x="3670" y="5059"/>
                  </a:lnTo>
                  <a:cubicBezTo>
                    <a:pt x="3892" y="3174"/>
                    <a:pt x="5494" y="1755"/>
                    <a:pt x="7393" y="1755"/>
                  </a:cubicBezTo>
                  <a:close/>
                  <a:moveTo>
                    <a:pt x="10849" y="1"/>
                  </a:moveTo>
                  <a:lnTo>
                    <a:pt x="10849" y="1032"/>
                  </a:lnTo>
                  <a:cubicBezTo>
                    <a:pt x="10465" y="1096"/>
                    <a:pt x="10096" y="1237"/>
                    <a:pt x="9767" y="1445"/>
                  </a:cubicBezTo>
                  <a:cubicBezTo>
                    <a:pt x="9068" y="1036"/>
                    <a:pt x="8256" y="802"/>
                    <a:pt x="7394" y="802"/>
                  </a:cubicBezTo>
                  <a:cubicBezTo>
                    <a:pt x="5145" y="802"/>
                    <a:pt x="3232" y="2389"/>
                    <a:pt x="2787" y="4553"/>
                  </a:cubicBezTo>
                  <a:cubicBezTo>
                    <a:pt x="1217" y="4755"/>
                    <a:pt x="1" y="6099"/>
                    <a:pt x="1" y="7724"/>
                  </a:cubicBezTo>
                  <a:cubicBezTo>
                    <a:pt x="1" y="9487"/>
                    <a:pt x="1434" y="10920"/>
                    <a:pt x="3197" y="10920"/>
                  </a:cubicBezTo>
                  <a:lnTo>
                    <a:pt x="11590" y="10920"/>
                  </a:lnTo>
                  <a:cubicBezTo>
                    <a:pt x="13353" y="10920"/>
                    <a:pt x="14787" y="9487"/>
                    <a:pt x="14787" y="7724"/>
                  </a:cubicBezTo>
                  <a:cubicBezTo>
                    <a:pt x="14787" y="6818"/>
                    <a:pt x="14408" y="6001"/>
                    <a:pt x="13801" y="5418"/>
                  </a:cubicBezTo>
                  <a:cubicBezTo>
                    <a:pt x="13996" y="5098"/>
                    <a:pt x="14128" y="4745"/>
                    <a:pt x="14191" y="4374"/>
                  </a:cubicBezTo>
                  <a:lnTo>
                    <a:pt x="15222" y="4374"/>
                  </a:lnTo>
                  <a:lnTo>
                    <a:pt x="15222" y="3423"/>
                  </a:lnTo>
                  <a:lnTo>
                    <a:pt x="14191" y="3423"/>
                  </a:lnTo>
                  <a:cubicBezTo>
                    <a:pt x="14118" y="2976"/>
                    <a:pt x="13940" y="2563"/>
                    <a:pt x="13687" y="2208"/>
                  </a:cubicBezTo>
                  <a:lnTo>
                    <a:pt x="14417" y="1480"/>
                  </a:lnTo>
                  <a:lnTo>
                    <a:pt x="13743" y="806"/>
                  </a:lnTo>
                  <a:lnTo>
                    <a:pt x="13013" y="1536"/>
                  </a:lnTo>
                  <a:cubicBezTo>
                    <a:pt x="12660" y="1283"/>
                    <a:pt x="12247" y="1107"/>
                    <a:pt x="11800" y="1032"/>
                  </a:cubicBezTo>
                  <a:lnTo>
                    <a:pt x="1180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1" name="Google Shape;1241;p201"/>
          <p:cNvSpPr/>
          <p:nvPr/>
        </p:nvSpPr>
        <p:spPr>
          <a:xfrm>
            <a:off x="2643938" y="2136925"/>
            <a:ext cx="734700" cy="979800"/>
          </a:xfrm>
          <a:prstGeom prst="chevron">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latin typeface="Barlow"/>
              <a:ea typeface="Barlow"/>
              <a:cs typeface="Barlow"/>
              <a:sym typeface="Barlow"/>
            </a:endParaRPr>
          </a:p>
        </p:txBody>
      </p:sp>
      <p:sp>
        <p:nvSpPr>
          <p:cNvPr id="1242" name="Google Shape;1242;p201"/>
          <p:cNvSpPr/>
          <p:nvPr/>
        </p:nvSpPr>
        <p:spPr>
          <a:xfrm>
            <a:off x="5262475" y="2081850"/>
            <a:ext cx="734700" cy="979800"/>
          </a:xfrm>
          <a:prstGeom prst="chevron">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latin typeface="Barlow"/>
              <a:ea typeface="Barlow"/>
              <a:cs typeface="Barlow"/>
              <a:sym typeface="Barlow"/>
            </a:endParaRPr>
          </a:p>
        </p:txBody>
      </p:sp>
      <p:pic>
        <p:nvPicPr>
          <p:cNvPr id="1243" name="Google Shape;1243;p201" title="Globe.png"/>
          <p:cNvPicPr preferRelativeResize="0"/>
          <p:nvPr/>
        </p:nvPicPr>
        <p:blipFill>
          <a:blip r:embed="rId4">
            <a:alphaModFix/>
          </a:blip>
          <a:stretch>
            <a:fillRect/>
          </a:stretch>
        </p:blipFill>
        <p:spPr>
          <a:xfrm>
            <a:off x="1030775" y="2136925"/>
            <a:ext cx="979800" cy="979800"/>
          </a:xfrm>
          <a:prstGeom prst="rect">
            <a:avLst/>
          </a:prstGeom>
          <a:noFill/>
          <a:ln>
            <a:noFill/>
          </a:ln>
        </p:spPr>
      </p:pic>
      <p:pic>
        <p:nvPicPr>
          <p:cNvPr id="1244" name="Google Shape;1244;p201" title="Lightning-bolt-icon-on-transparent-background-PNG.png"/>
          <p:cNvPicPr preferRelativeResize="0"/>
          <p:nvPr/>
        </p:nvPicPr>
        <p:blipFill>
          <a:blip r:embed="rId5">
            <a:alphaModFix/>
          </a:blip>
          <a:stretch>
            <a:fillRect/>
          </a:stretch>
        </p:blipFill>
        <p:spPr>
          <a:xfrm>
            <a:off x="3704250" y="1955438"/>
            <a:ext cx="1232625" cy="1232625"/>
          </a:xfrm>
          <a:prstGeom prst="rect">
            <a:avLst/>
          </a:prstGeom>
          <a:noFill/>
          <a:ln>
            <a:noFill/>
          </a:ln>
        </p:spPr>
      </p:pic>
      <p:pic>
        <p:nvPicPr>
          <p:cNvPr id="1245" name="Google Shape;1245;p201" title="vecteezy_realistic-magnifying-glass-clip-art_9876396.png"/>
          <p:cNvPicPr preferRelativeResize="0"/>
          <p:nvPr/>
        </p:nvPicPr>
        <p:blipFill>
          <a:blip r:embed="rId6">
            <a:alphaModFix/>
          </a:blip>
          <a:stretch>
            <a:fillRect/>
          </a:stretch>
        </p:blipFill>
        <p:spPr>
          <a:xfrm>
            <a:off x="6536975" y="2136913"/>
            <a:ext cx="1072323" cy="1072323"/>
          </a:xfrm>
          <a:prstGeom prst="rect">
            <a:avLst/>
          </a:prstGeom>
          <a:noFill/>
          <a:ln>
            <a:noFill/>
          </a:ln>
        </p:spPr>
      </p:pic>
      <p:sp>
        <p:nvSpPr>
          <p:cNvPr id="1246" name="Google Shape;1246;p201"/>
          <p:cNvSpPr txBox="1"/>
          <p:nvPr>
            <p:ph type="title"/>
          </p:nvPr>
        </p:nvSpPr>
        <p:spPr>
          <a:xfrm>
            <a:off x="627950" y="1509150"/>
            <a:ext cx="22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000000"/>
                </a:solidFill>
              </a:rPr>
              <a:t>Map Global Anomalies</a:t>
            </a:r>
            <a:endParaRPr sz="4000"/>
          </a:p>
        </p:txBody>
      </p:sp>
      <p:sp>
        <p:nvSpPr>
          <p:cNvPr id="1247" name="Google Shape;1247;p201"/>
          <p:cNvSpPr txBox="1"/>
          <p:nvPr>
            <p:ph type="title"/>
          </p:nvPr>
        </p:nvSpPr>
        <p:spPr>
          <a:xfrm>
            <a:off x="5941538" y="1541775"/>
            <a:ext cx="22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000000"/>
                </a:solidFill>
              </a:rPr>
              <a:t>Statistical Validation</a:t>
            </a:r>
            <a:endParaRPr sz="4000"/>
          </a:p>
        </p:txBody>
      </p:sp>
      <p:sp>
        <p:nvSpPr>
          <p:cNvPr id="1248" name="Google Shape;1248;p201"/>
          <p:cNvSpPr txBox="1"/>
          <p:nvPr>
            <p:ph type="title"/>
          </p:nvPr>
        </p:nvSpPr>
        <p:spPr>
          <a:xfrm>
            <a:off x="3378638" y="1509150"/>
            <a:ext cx="226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000000"/>
                </a:solidFill>
              </a:rPr>
              <a:t>Breakdown Fields</a:t>
            </a:r>
            <a:endParaRPr sz="4000"/>
          </a:p>
        </p:txBody>
      </p:sp>
      <p:sp>
        <p:nvSpPr>
          <p:cNvPr id="1249" name="Google Shape;1249;p201"/>
          <p:cNvSpPr txBox="1"/>
          <p:nvPr>
            <p:ph idx="4294967295" type="subTitle"/>
          </p:nvPr>
        </p:nvSpPr>
        <p:spPr>
          <a:xfrm>
            <a:off x="620750" y="3209235"/>
            <a:ext cx="22776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rgbClr val="000000"/>
                </a:solidFill>
              </a:rPr>
              <a:t>To construct a global map that identifies where thermal energy has historically accumulated over time.</a:t>
            </a:r>
            <a:endParaRPr sz="1300"/>
          </a:p>
        </p:txBody>
      </p:sp>
      <p:sp>
        <p:nvSpPr>
          <p:cNvPr id="1250" name="Google Shape;1250;p201"/>
          <p:cNvSpPr txBox="1"/>
          <p:nvPr>
            <p:ph idx="4294967295" type="subTitle"/>
          </p:nvPr>
        </p:nvSpPr>
        <p:spPr>
          <a:xfrm>
            <a:off x="3181750" y="3209225"/>
            <a:ext cx="23985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To detect high-risk zones where this accumulated energy exceeds the terrain's capacity to contain it.</a:t>
            </a:r>
            <a:endParaRPr/>
          </a:p>
        </p:txBody>
      </p:sp>
      <p:sp>
        <p:nvSpPr>
          <p:cNvPr id="1251" name="Google Shape;1251;p201"/>
          <p:cNvSpPr txBox="1"/>
          <p:nvPr>
            <p:ph idx="4294967295" type="subTitle"/>
          </p:nvPr>
        </p:nvSpPr>
        <p:spPr>
          <a:xfrm>
            <a:off x="5934350" y="3209235"/>
            <a:ext cx="2277600" cy="1269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To scientifically prove the link between these theoretical 'breakdown zones' and actual historical disasters.</a:t>
            </a:r>
            <a:endParaRPr/>
          </a:p>
        </p:txBody>
      </p:sp>
      <p:sp>
        <p:nvSpPr>
          <p:cNvPr id="1252" name="Google Shape;1252;p201"/>
          <p:cNvSpPr txBox="1"/>
          <p:nvPr/>
        </p:nvSpPr>
        <p:spPr>
          <a:xfrm>
            <a:off x="0" y="4729600"/>
            <a:ext cx="463500" cy="4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5</a:t>
            </a:r>
            <a:endParaRPr b="1" sz="2000">
              <a:solidFill>
                <a:srgbClr val="212121"/>
              </a:solidFill>
              <a:latin typeface="Oswald"/>
              <a:ea typeface="Oswald"/>
              <a:cs typeface="Oswald"/>
              <a:sym typeface="Oswald"/>
            </a:endParaRPr>
          </a:p>
          <a:p>
            <a:pPr indent="0" lvl="0" marL="0" rtl="0" algn="l">
              <a:spcBef>
                <a:spcPts val="0"/>
              </a:spcBef>
              <a:spcAft>
                <a:spcPts val="0"/>
              </a:spcAft>
              <a:buNone/>
            </a:pPr>
            <a:r>
              <a:t/>
            </a:r>
            <a:endParaRPr b="1" sz="2000">
              <a:solidFill>
                <a:srgbClr val="212121"/>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pic>
        <p:nvPicPr>
          <p:cNvPr descr="can you sharpen everything looks blurry" id="1257" name="Google Shape;1257;p202"/>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258" name="Google Shape;1258;p202"/>
          <p:cNvSpPr txBox="1"/>
          <p:nvPr/>
        </p:nvSpPr>
        <p:spPr>
          <a:xfrm>
            <a:off x="-35700" y="4682225"/>
            <a:ext cx="4635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6</a:t>
            </a:r>
            <a:endParaRPr b="1" sz="2000">
              <a:solidFill>
                <a:srgbClr val="212121"/>
              </a:solidFill>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pic>
        <p:nvPicPr>
          <p:cNvPr descr="sharpen the slide im on right now" id="1263" name="Google Shape;1263;p203"/>
          <p:cNvPicPr preferRelativeResize="0"/>
          <p:nvPr/>
        </p:nvPicPr>
        <p:blipFill>
          <a:blip r:embed="rId3">
            <a:alphaModFix/>
          </a:blip>
          <a:stretch>
            <a:fillRect/>
          </a:stretch>
        </p:blipFill>
        <p:spPr>
          <a:xfrm>
            <a:off x="-33350" y="-48675"/>
            <a:ext cx="9210675" cy="5192176"/>
          </a:xfrm>
          <a:prstGeom prst="rect">
            <a:avLst/>
          </a:prstGeom>
          <a:noFill/>
          <a:ln>
            <a:noFill/>
          </a:ln>
        </p:spPr>
      </p:pic>
      <p:sp>
        <p:nvSpPr>
          <p:cNvPr id="1264" name="Google Shape;1264;p203"/>
          <p:cNvSpPr txBox="1"/>
          <p:nvPr/>
        </p:nvSpPr>
        <p:spPr>
          <a:xfrm>
            <a:off x="-84375" y="4795775"/>
            <a:ext cx="4635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7</a:t>
            </a:r>
            <a:endParaRPr b="1" sz="2000">
              <a:solidFill>
                <a:srgbClr val="212121"/>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pic>
        <p:nvPicPr>
          <p:cNvPr descr="change the 20-year to 10 year, and sharpen the image" id="1269" name="Google Shape;1269;p20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pic>
        <p:nvPicPr>
          <p:cNvPr id="1274" name="Google Shape;1274;p205"/>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
        <p:nvSpPr>
          <p:cNvPr id="1275" name="Google Shape;1275;p205"/>
          <p:cNvSpPr txBox="1"/>
          <p:nvPr/>
        </p:nvSpPr>
        <p:spPr>
          <a:xfrm>
            <a:off x="-35700" y="4785300"/>
            <a:ext cx="404700" cy="3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9</a:t>
            </a:r>
            <a:endParaRPr b="1" sz="2000">
              <a:solidFill>
                <a:srgbClr val="212121"/>
              </a:solidFill>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9" name="Shape 1279"/>
        <p:cNvGrpSpPr/>
        <p:nvPr/>
      </p:nvGrpSpPr>
      <p:grpSpPr>
        <a:xfrm>
          <a:off x="0" y="0"/>
          <a:ext cx="0" cy="0"/>
          <a:chOff x="0" y="0"/>
          <a:chExt cx="0" cy="0"/>
        </a:xfrm>
      </p:grpSpPr>
      <p:sp>
        <p:nvSpPr>
          <p:cNvPr id="1280" name="Google Shape;1280;p206"/>
          <p:cNvSpPr txBox="1"/>
          <p:nvPr>
            <p:ph type="title"/>
          </p:nvPr>
        </p:nvSpPr>
        <p:spPr>
          <a:xfrm>
            <a:off x="2911050" y="1205775"/>
            <a:ext cx="3321900" cy="82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5100">
                <a:solidFill>
                  <a:srgbClr val="000000"/>
                </a:solidFill>
              </a:rPr>
              <a:t>Thank You!</a:t>
            </a:r>
            <a:endParaRPr sz="10900"/>
          </a:p>
        </p:txBody>
      </p:sp>
      <p:sp>
        <p:nvSpPr>
          <p:cNvPr id="1281" name="Google Shape;1281;p206"/>
          <p:cNvSpPr txBox="1"/>
          <p:nvPr>
            <p:ph type="title"/>
          </p:nvPr>
        </p:nvSpPr>
        <p:spPr>
          <a:xfrm>
            <a:off x="428000" y="4100925"/>
            <a:ext cx="7159500" cy="82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solidFill>
                  <a:srgbClr val="000000"/>
                </a:solidFill>
              </a:rPr>
              <a:t>Presented by Ron Salama &amp; Lior Dagash</a:t>
            </a:r>
            <a:endParaRPr sz="7900"/>
          </a:p>
        </p:txBody>
      </p:sp>
      <p:sp>
        <p:nvSpPr>
          <p:cNvPr id="1282" name="Google Shape;1282;p206"/>
          <p:cNvSpPr txBox="1"/>
          <p:nvPr/>
        </p:nvSpPr>
        <p:spPr>
          <a:xfrm>
            <a:off x="0" y="4764125"/>
            <a:ext cx="463500" cy="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212121"/>
                </a:solidFill>
                <a:latin typeface="Oswald"/>
                <a:ea typeface="Oswald"/>
                <a:cs typeface="Oswald"/>
                <a:sym typeface="Oswald"/>
              </a:rPr>
              <a:t>10</a:t>
            </a:r>
            <a:endParaRPr b="1" sz="2000">
              <a:solidFill>
                <a:srgbClr val="212121"/>
              </a:solidFill>
              <a:latin typeface="Oswald"/>
              <a:ea typeface="Oswald"/>
              <a:cs typeface="Oswald"/>
              <a:sym typeface="Oswald"/>
            </a:endParaRPr>
          </a:p>
        </p:txBody>
      </p:sp>
      <p:sp>
        <p:nvSpPr>
          <p:cNvPr id="1283" name="Google Shape;1283;p206"/>
          <p:cNvSpPr txBox="1"/>
          <p:nvPr>
            <p:ph type="title"/>
          </p:nvPr>
        </p:nvSpPr>
        <p:spPr>
          <a:xfrm>
            <a:off x="2555250" y="2167675"/>
            <a:ext cx="4033500" cy="121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100">
                <a:solidFill>
                  <a:srgbClr val="000000"/>
                </a:solidFill>
              </a:rPr>
              <a:t>Special Thanks to our Supervisor </a:t>
            </a:r>
            <a:endParaRPr sz="2100">
              <a:solidFill>
                <a:srgbClr val="000000"/>
              </a:solidFill>
            </a:endParaRPr>
          </a:p>
          <a:p>
            <a:pPr indent="0" lvl="0" marL="0" rtl="0" algn="l">
              <a:spcBef>
                <a:spcPts val="0"/>
              </a:spcBef>
              <a:spcAft>
                <a:spcPts val="0"/>
              </a:spcAft>
              <a:buNone/>
            </a:pPr>
            <a:r>
              <a:rPr lang="en-GB" sz="2100">
                <a:solidFill>
                  <a:srgbClr val="000000"/>
                </a:solidFill>
              </a:rPr>
              <a:t>           </a:t>
            </a:r>
            <a:r>
              <a:rPr lang="en-GB" sz="2100">
                <a:solidFill>
                  <a:srgbClr val="000000"/>
                </a:solidFill>
              </a:rPr>
              <a:t>Dr. Zakharia Frenkel</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Weatherperson Digital Resume by Slidesgo">
  <a:themeElements>
    <a:clrScheme name="Simple Light">
      <a:dk1>
        <a:srgbClr val="212121"/>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